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1474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01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C51E-6DC6-4FF8-5E97-12D7FB6F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D8012-7E87-BE29-75D5-2E55309D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499FE-97F3-382D-2483-71E6FED0D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37E43-85C7-F428-F085-A495FF7BE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4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BF4C-5B22-C553-D24C-273D8391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087BA-11AB-6EA1-D01A-30962FD22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5BED7-092F-A5C9-6B73-F860F8A6C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8E4CE-C597-7A0B-248B-3520D4682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3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C9CB1-F3E6-D408-AC8A-F352AE8C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E4483-F5E2-B7CB-85F1-C9E28F648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6BCB7-E77D-B182-6710-DCABC57D1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6988-3D56-84EB-A49B-41483D652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68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66DF-8189-5FF1-D38F-96769C18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2D55A-59B6-837A-1213-292E95538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AA74B-74FF-0C24-A7F5-DF0739703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7A3A5-8711-9960-8426-8BD1F631B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56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9354-3BB8-664F-4F34-BF7BD5E9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5EE9E-09E8-5F8B-6AC4-8D8F7A3F7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461A8-C6C5-B2FE-D41D-67FB3F10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D47A8-FB63-13B6-8796-8410A008C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7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49A3-B41A-2CD7-3B12-DA89D5A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AF65F-AC3F-B25E-21E3-2BA3D8151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449C4-D0F7-5B24-4566-7160EB983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2177-8F41-D880-56B9-40F8F41BC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77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658F-5A2E-46CB-96F9-E279A1C7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EBE4C-0324-81D4-689B-984EB2613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8F449-6F57-2479-040B-A11C0AB2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F6748-217B-7977-FC7A-935B56BA95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72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2CE7-77C7-A1B3-FA61-BB728112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9B1FC-AC8F-18BD-0956-E78FFAD0C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B40B3-A068-64FB-DFFE-8837782F2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C011E-A23E-07B9-2568-33236C80B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30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3D079-7DE9-19E7-D2A3-4A4CCAE2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5D9D8-F5F0-8589-08CC-11B96F39F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59555-CC51-1AC5-7C0F-6162062BE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650EF-29BC-B4CE-5F41-B5763D878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65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CFE94-CE54-DBD4-F6A9-4B23A888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3A264-3EB7-A54E-0B68-5AB2F8C1D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04CB4-4AB4-1FB5-2783-5E5CF5DF2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6AB06-9AB5-D6DD-5F40-2D8D15D83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77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1219D-5D6D-1AAB-108A-AC27FDE1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5D355-F101-8E46-DEE5-B606109BC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4F792-EC86-8998-724C-7AC87706E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196D6-7B18-738C-1E68-1D4B9B741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46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5533-A2B4-2835-6ABE-95401948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5CD8C-EB1C-248E-4D2D-9C4668373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3C35-8E20-8038-A7F3-68FCAAD5F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8DA3E-14AD-371B-FD27-DE5CAD6C6F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9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942E-B61E-56C5-410F-B46D3325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82FAB-58C6-F06A-4E06-91EAA5D48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69D11-D101-4C91-27AE-64AED8C6F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8D31-2041-DFFE-57F4-3FF8404C0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2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21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2.png"/><Relationship Id="rId21" Type="http://schemas.openxmlformats.org/officeDocument/2006/relationships/image" Target="../media/image33.png"/><Relationship Id="rId7" Type="http://schemas.openxmlformats.org/officeDocument/2006/relationships/image" Target="../media/image16.sv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23.png"/><Relationship Id="rId5" Type="http://schemas.openxmlformats.org/officeDocument/2006/relationships/image" Target="../media/image14.sv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40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3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320.png"/><Relationship Id="rId5" Type="http://schemas.openxmlformats.org/officeDocument/2006/relationships/image" Target="../media/image14.svg"/><Relationship Id="rId10" Type="http://schemas.openxmlformats.org/officeDocument/2006/relationships/image" Target="../media/image310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36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38.png"/><Relationship Id="rId5" Type="http://schemas.openxmlformats.org/officeDocument/2006/relationships/image" Target="../media/image14.svg"/><Relationship Id="rId10" Type="http://schemas.openxmlformats.org/officeDocument/2006/relationships/image" Target="../media/image37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39.png"/><Relationship Id="rId5" Type="http://schemas.openxmlformats.org/officeDocument/2006/relationships/image" Target="../media/image14.svg"/><Relationship Id="rId10" Type="http://schemas.openxmlformats.org/officeDocument/2006/relationships/image" Target="../media/image380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43.png"/><Relationship Id="rId5" Type="http://schemas.openxmlformats.org/officeDocument/2006/relationships/image" Target="../media/image14.sv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4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51.png"/><Relationship Id="rId5" Type="http://schemas.openxmlformats.org/officeDocument/2006/relationships/image" Target="../media/image14.svg"/><Relationship Id="rId10" Type="http://schemas.openxmlformats.org/officeDocument/2006/relationships/image" Target="../media/image50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microsoft.com/office/2007/relationships/media" Target="../media/media2.mp4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3.xml"/><Relationship Id="rId11" Type="http://schemas.openxmlformats.org/officeDocument/2006/relationships/image" Target="../media/image16.sv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54.png"/><Relationship Id="rId10" Type="http://schemas.openxmlformats.org/officeDocument/2006/relationships/image" Target="../media/image15.svg"/><Relationship Id="rId4" Type="http://schemas.openxmlformats.org/officeDocument/2006/relationships/video" Target="../media/media2.mp4"/><Relationship Id="rId9" Type="http://schemas.openxmlformats.org/officeDocument/2006/relationships/image" Target="../media/image14.svg"/><Relationship Id="rId1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55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32" y="-83819"/>
            <a:ext cx="9144265" cy="52274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5" y="-83670"/>
            <a:ext cx="9144265" cy="522731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6" name="Shape 1"/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7" name="Shape 2"/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3"/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2697956" y="1016459"/>
            <a:ext cx="3748087" cy="314325"/>
          </a:xfrm>
          <a:prstGeom prst="roundRect">
            <a:avLst>
              <a:gd name="adj" fmla="val 50000"/>
            </a:avLst>
          </a:prstGeom>
          <a:ln w="4763">
            <a:solidFill>
              <a:srgbClr val="00C2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ar-SY"/>
          </a:p>
        </p:txBody>
      </p:sp>
      <p:sp>
        <p:nvSpPr>
          <p:cNvPr id="15" name="Text 5"/>
          <p:cNvSpPr/>
          <p:nvPr/>
        </p:nvSpPr>
        <p:spPr>
          <a:xfrm>
            <a:off x="2409282" y="1023714"/>
            <a:ext cx="43254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013"/>
              </a:spcAft>
              <a:buNone/>
            </a:pPr>
            <a:r>
              <a:rPr lang="ar-SA" sz="1220" dirty="0">
                <a:solidFill>
                  <a:srgbClr val="00B0F0"/>
                </a:solidFill>
              </a:rPr>
              <a:t>كلية الهندسة الكهربائية و الالكترونية – جامعة حلب</a:t>
            </a:r>
            <a:endParaRPr lang="en-US" sz="1220" dirty="0">
              <a:solidFill>
                <a:srgbClr val="00B0F0"/>
              </a:solidFill>
            </a:endParaRPr>
          </a:p>
        </p:txBody>
      </p:sp>
      <p:sp>
        <p:nvSpPr>
          <p:cNvPr id="16" name="Text 6"/>
          <p:cNvSpPr/>
          <p:nvPr/>
        </p:nvSpPr>
        <p:spPr>
          <a:xfrm>
            <a:off x="698755" y="1307083"/>
            <a:ext cx="7746489" cy="890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ar-SA" sz="3740" dirty="0">
                <a:solidFill>
                  <a:schemeClr val="bg1"/>
                </a:solidFill>
              </a:rPr>
              <a:t>تصميم وتنفيذ ذراع روبوتية</a:t>
            </a:r>
            <a:endParaRPr lang="en-US" sz="3740" dirty="0">
              <a:solidFill>
                <a:schemeClr val="bg1"/>
              </a:solidFill>
            </a:endParaRPr>
          </a:p>
        </p:txBody>
      </p:sp>
      <p:sp>
        <p:nvSpPr>
          <p:cNvPr id="17" name="Text 7"/>
          <p:cNvSpPr/>
          <p:nvPr/>
        </p:nvSpPr>
        <p:spPr>
          <a:xfrm>
            <a:off x="-127691" y="1950913"/>
            <a:ext cx="9399456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03"/>
              </a:spcBef>
              <a:spcAft>
                <a:spcPts val="1215"/>
              </a:spcAft>
              <a:buNone/>
            </a:pPr>
            <a:r>
              <a:rPr lang="ar-SA" sz="3170" dirty="0">
                <a:solidFill>
                  <a:srgbClr val="00B0F0"/>
                </a:solidFill>
              </a:rPr>
              <a:t>لنقل الأشياء باستخدام الأوامر الصوتية</a:t>
            </a:r>
            <a:endParaRPr lang="en-US" sz="3170" dirty="0">
              <a:solidFill>
                <a:srgbClr val="00B0F0"/>
              </a:solidFill>
            </a:endParaRPr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2737210"/>
            <a:ext cx="1828800" cy="142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561306" y="2903488"/>
            <a:ext cx="52584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62"/>
              </a:spcAft>
              <a:buNone/>
            </a:pPr>
            <a:r>
              <a:rPr lang="ar-SA" sz="1040" dirty="0">
                <a:solidFill>
                  <a:srgbClr val="0070C0"/>
                </a:solidFill>
              </a:rPr>
              <a:t>الطالب</a:t>
            </a:r>
            <a:endParaRPr lang="en-US" sz="1040" dirty="0">
              <a:solidFill>
                <a:srgbClr val="0070C0"/>
              </a:solidFill>
            </a:endParaRPr>
          </a:p>
        </p:txBody>
      </p:sp>
      <p:sp>
        <p:nvSpPr>
          <p:cNvPr id="20" name="Text 9"/>
          <p:cNvSpPr/>
          <p:nvPr/>
        </p:nvSpPr>
        <p:spPr>
          <a:xfrm>
            <a:off x="7392498" y="3113410"/>
            <a:ext cx="863464" cy="6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ar-SA" sz="1440" dirty="0">
                <a:solidFill>
                  <a:schemeClr val="bg1"/>
                </a:solidFill>
              </a:rPr>
              <a:t>بهاء</a:t>
            </a:r>
            <a:endParaRPr lang="en-US" sz="144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ar-SA" sz="1440" dirty="0">
                <a:solidFill>
                  <a:schemeClr val="bg1"/>
                </a:solidFill>
              </a:rPr>
              <a:t>الياسين</a:t>
            </a:r>
            <a:endParaRPr lang="en-US" sz="1440" dirty="0">
              <a:solidFill>
                <a:schemeClr val="bg1"/>
              </a:solidFill>
            </a:endParaRPr>
          </a:p>
        </p:txBody>
      </p:sp>
      <p:sp>
        <p:nvSpPr>
          <p:cNvPr id="21" name="Shape 10"/>
          <p:cNvSpPr/>
          <p:nvPr/>
        </p:nvSpPr>
        <p:spPr>
          <a:xfrm>
            <a:off x="7044779" y="3161370"/>
            <a:ext cx="9525" cy="309562"/>
          </a:xfrm>
          <a:prstGeom prst="rect">
            <a:avLst/>
          </a:prstGeom>
          <a:solidFill>
            <a:srgbClr val="00C3FF">
              <a:alpha val="29804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22" name="Text 11"/>
          <p:cNvSpPr/>
          <p:nvPr/>
        </p:nvSpPr>
        <p:spPr>
          <a:xfrm>
            <a:off x="5918731" y="2903488"/>
            <a:ext cx="6480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62"/>
              </a:spcAft>
              <a:buNone/>
            </a:pPr>
            <a:r>
              <a:rPr lang="ar-SA" sz="1040" dirty="0">
                <a:solidFill>
                  <a:srgbClr val="0070C0"/>
                </a:solidFill>
              </a:rPr>
              <a:t>المشرف</a:t>
            </a:r>
            <a:endParaRPr lang="en-US" sz="1040" dirty="0">
              <a:solidFill>
                <a:srgbClr val="0070C0"/>
              </a:solidFill>
            </a:endParaRPr>
          </a:p>
        </p:txBody>
      </p:sp>
      <p:sp>
        <p:nvSpPr>
          <p:cNvPr id="23" name="Text 12"/>
          <p:cNvSpPr/>
          <p:nvPr/>
        </p:nvSpPr>
        <p:spPr>
          <a:xfrm>
            <a:off x="5796442" y="3113410"/>
            <a:ext cx="892679" cy="6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ar-SA" sz="1440" dirty="0">
                <a:solidFill>
                  <a:schemeClr val="bg1"/>
                </a:solidFill>
              </a:rPr>
              <a:t>د.حسان</a:t>
            </a:r>
          </a:p>
          <a:p>
            <a:pPr marL="0" indent="0" algn="ctr">
              <a:lnSpc>
                <a:spcPts val="2160"/>
              </a:lnSpc>
              <a:buNone/>
            </a:pPr>
            <a:r>
              <a:rPr lang="ar-SA" sz="1440" dirty="0">
                <a:solidFill>
                  <a:schemeClr val="bg1"/>
                </a:solidFill>
              </a:rPr>
              <a:t>نداف</a:t>
            </a:r>
            <a:endParaRPr lang="en-US" sz="1440" dirty="0">
              <a:solidFill>
                <a:schemeClr val="bg1"/>
              </a:solidFill>
            </a:endParaRPr>
          </a:p>
        </p:txBody>
      </p:sp>
      <p:sp>
        <p:nvSpPr>
          <p:cNvPr id="24" name="Shape 13"/>
          <p:cNvSpPr/>
          <p:nvPr/>
        </p:nvSpPr>
        <p:spPr>
          <a:xfrm>
            <a:off x="5431259" y="3161370"/>
            <a:ext cx="9525" cy="309562"/>
          </a:xfrm>
          <a:prstGeom prst="rect">
            <a:avLst/>
          </a:prstGeom>
          <a:solidFill>
            <a:srgbClr val="00C3FF">
              <a:alpha val="29804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25" name="Text 14"/>
          <p:cNvSpPr/>
          <p:nvPr/>
        </p:nvSpPr>
        <p:spPr>
          <a:xfrm>
            <a:off x="3633047" y="2917254"/>
            <a:ext cx="52855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62"/>
              </a:spcAft>
              <a:buNone/>
            </a:pPr>
            <a:r>
              <a:rPr lang="ar-SA" sz="1040" dirty="0">
                <a:solidFill>
                  <a:srgbClr val="0070C0"/>
                </a:solidFill>
              </a:rPr>
              <a:t>القسم</a:t>
            </a:r>
            <a:endParaRPr lang="en-US" sz="1040" dirty="0">
              <a:solidFill>
                <a:srgbClr val="0070C0"/>
              </a:solidFill>
            </a:endParaRPr>
          </a:p>
        </p:txBody>
      </p:sp>
      <p:sp>
        <p:nvSpPr>
          <p:cNvPr id="26" name="Text 15"/>
          <p:cNvSpPr/>
          <p:nvPr/>
        </p:nvSpPr>
        <p:spPr>
          <a:xfrm>
            <a:off x="2429537" y="3127177"/>
            <a:ext cx="2935501" cy="58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ar-SA" sz="1370" b="1" dirty="0">
                <a:solidFill>
                  <a:srgbClr val="E8F4FD"/>
                </a:solidFill>
                <a:latin typeface="Cairo" pitchFamily="34" charset="0"/>
                <a:ea typeface="Cairo" pitchFamily="34" charset="-122"/>
              </a:rPr>
              <a:t>هندسة التحكم الآلي و الأتمتة الصناعية</a:t>
            </a:r>
            <a:endParaRPr lang="en-US" sz="1370" dirty="0"/>
          </a:p>
        </p:txBody>
      </p:sp>
      <p:sp>
        <p:nvSpPr>
          <p:cNvPr id="27" name="Shape 16"/>
          <p:cNvSpPr/>
          <p:nvPr/>
        </p:nvSpPr>
        <p:spPr>
          <a:xfrm>
            <a:off x="2353866" y="3161370"/>
            <a:ext cx="9525" cy="309562"/>
          </a:xfrm>
          <a:prstGeom prst="rect">
            <a:avLst/>
          </a:prstGeom>
          <a:solidFill>
            <a:srgbClr val="00C3FF">
              <a:alpha val="29804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28" name="Text 17"/>
          <p:cNvSpPr/>
          <p:nvPr/>
        </p:nvSpPr>
        <p:spPr>
          <a:xfrm>
            <a:off x="938972" y="3027015"/>
            <a:ext cx="102569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62"/>
              </a:spcAft>
              <a:buNone/>
            </a:pPr>
            <a:r>
              <a:rPr lang="ar-SA" sz="1040" dirty="0">
                <a:solidFill>
                  <a:srgbClr val="0070C0"/>
                </a:solidFill>
              </a:rPr>
              <a:t>العام الدراسي</a:t>
            </a:r>
            <a:endParaRPr lang="en-US" sz="1040" dirty="0">
              <a:solidFill>
                <a:srgbClr val="0070C0"/>
              </a:solidFill>
            </a:endParaRPr>
          </a:p>
        </p:txBody>
      </p:sp>
      <p:sp>
        <p:nvSpPr>
          <p:cNvPr id="29" name="Text 18"/>
          <p:cNvSpPr/>
          <p:nvPr/>
        </p:nvSpPr>
        <p:spPr>
          <a:xfrm>
            <a:off x="724599" y="3236937"/>
            <a:ext cx="145443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F5A62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2025</a:t>
            </a:r>
            <a:r>
              <a:rPr lang="en-US" sz="1440" b="1" dirty="0">
                <a:solidFill>
                  <a:srgbClr val="F5A62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–</a:t>
            </a:r>
            <a:r>
              <a:rPr lang="en-US" sz="1580" b="1" dirty="0">
                <a:solidFill>
                  <a:srgbClr val="F5A62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2026</a:t>
            </a:r>
            <a:endParaRPr lang="en-US" sz="1580" dirty="0"/>
          </a:p>
        </p:txBody>
      </p:sp>
      <p:sp>
        <p:nvSpPr>
          <p:cNvPr id="30" name="Text 19"/>
          <p:cNvSpPr/>
          <p:nvPr/>
        </p:nvSpPr>
        <p:spPr>
          <a:xfrm>
            <a:off x="2468292" y="3846909"/>
            <a:ext cx="4207416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418"/>
              </a:spcBef>
              <a:buNone/>
            </a:pPr>
            <a:r>
              <a:rPr lang="ar-SA" sz="1300" dirty="0">
                <a:solidFill>
                  <a:srgbClr val="00B0F0"/>
                </a:solidFill>
              </a:rPr>
              <a:t>مشروع تخرج نيل الإجازة في هندسة التحكم الآلي</a:t>
            </a:r>
            <a:endParaRPr lang="en-US" sz="1300" dirty="0">
              <a:solidFill>
                <a:srgbClr val="00B0F0"/>
              </a:solidFill>
            </a:endParaRPr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9555" y="205680"/>
            <a:ext cx="1028700" cy="1028700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-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49555" y="205680"/>
            <a:ext cx="1028700" cy="10287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45" y="205680"/>
            <a:ext cx="1028700" cy="102870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745" y="205680"/>
            <a:ext cx="1028700" cy="10287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F34E-7B74-3538-B7D6-C2E40EA9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5DD3C0-BE35-27EC-26DE-955CEF9D5A5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2E30E28-B317-EF90-48D1-BB0DEAE5D1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-433"/>
            <a:ext cx="9111885" cy="5368485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32C9C09A-7D58-4ACC-C7AB-839AD4C6966D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F109A6E-ED89-1A46-82B9-140700AE96E1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06DD4AA-1A8F-E2F3-35A0-FD2535609B11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4AAD121-8EFE-FEB8-5F79-69CF1604BB50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C7F4449-960B-3CCB-16D3-08DF708BE00A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F66F821-DFC7-3A8F-92A8-0144F7FA70A9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A1ABB3B-EAFC-9DC5-CD16-8F7D9E4D6E0F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505C95DF-6655-B55C-8BC4-FA878DB19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DF8664CA-2B05-9156-7616-361E6146FC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8E0464A6-8056-4685-310B-00EBC45F5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1BB21F76-646B-9D43-EA31-6AB7CBDFF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4A4A33CB-F3A4-2000-DCFC-7BCD59A843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35F17DAE-751D-6D31-0635-382D2AB9BA62}"/>
              </a:ext>
            </a:extLst>
          </p:cNvPr>
          <p:cNvSpPr/>
          <p:nvPr/>
        </p:nvSpPr>
        <p:spPr>
          <a:xfrm>
            <a:off x="4911403" y="470520"/>
            <a:ext cx="4525491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ar-SA" sz="2800" dirty="0">
                <a:solidFill>
                  <a:srgbClr val="00B0F0"/>
                </a:solidFill>
              </a:rPr>
              <a:t> المحاور</a:t>
            </a:r>
            <a:r>
              <a:rPr lang="ar-SA" sz="2300" dirty="0"/>
              <a:t>                              </a:t>
            </a:r>
            <a:endParaRPr lang="en-US" sz="2300" dirty="0"/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C9624E82-2358-D44D-F131-51B45D665F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75B3AB60-B80F-8252-43AB-088C5BD23266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DF6EDB4-4778-06F7-A820-54DD18A50608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grpSp>
        <p:nvGrpSpPr>
          <p:cNvPr id="23" name="مجموعة 22">
            <a:extLst>
              <a:ext uri="{FF2B5EF4-FFF2-40B4-BE49-F238E27FC236}">
                <a16:creationId xmlns:a16="http://schemas.microsoft.com/office/drawing/2014/main" id="{CB69F9BF-A91D-FFA6-2384-CF687EB978C2}"/>
              </a:ext>
            </a:extLst>
          </p:cNvPr>
          <p:cNvGrpSpPr/>
          <p:nvPr/>
        </p:nvGrpSpPr>
        <p:grpSpPr>
          <a:xfrm>
            <a:off x="5201714" y="1245730"/>
            <a:ext cx="2603071" cy="523327"/>
            <a:chOff x="5201714" y="1245730"/>
            <a:chExt cx="2603071" cy="523327"/>
          </a:xfrm>
        </p:grpSpPr>
        <p:sp>
          <p:nvSpPr>
            <p:cNvPr id="6" name="مربع نص 5">
              <a:extLst>
                <a:ext uri="{FF2B5EF4-FFF2-40B4-BE49-F238E27FC236}">
                  <a16:creationId xmlns:a16="http://schemas.microsoft.com/office/drawing/2014/main" id="{B9978219-781F-F8D5-CED3-0F8BCC742788}"/>
                </a:ext>
              </a:extLst>
            </p:cNvPr>
            <p:cNvSpPr txBox="1"/>
            <p:nvPr/>
          </p:nvSpPr>
          <p:spPr>
            <a:xfrm>
              <a:off x="5201714" y="1245730"/>
              <a:ext cx="260307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342900" indent="-342900" algn="r" rtl="1">
                <a:buFont typeface="Arial" panose="020B0604020202020204" pitchFamily="34" charset="0"/>
                <a:buChar char="•"/>
              </a:pPr>
              <a:r>
                <a:rPr lang="ar-SA" sz="2400" dirty="0">
                  <a:solidFill>
                    <a:srgbClr val="00B0F0"/>
                  </a:solidFill>
                </a:rPr>
                <a:t>التصميم الميكانيكي</a:t>
              </a:r>
              <a:endParaRPr lang="ar-SY" sz="2400" dirty="0">
                <a:solidFill>
                  <a:srgbClr val="00B0F0"/>
                </a:solidFill>
              </a:endParaRPr>
            </a:p>
          </p:txBody>
        </p:sp>
        <p:pic>
          <p:nvPicPr>
            <p:cNvPr id="30" name="Image 10" descr="preencoded.png">
              <a:extLst>
                <a:ext uri="{FF2B5EF4-FFF2-40B4-BE49-F238E27FC236}">
                  <a16:creationId xmlns:a16="http://schemas.microsoft.com/office/drawing/2014/main" id="{08F065AE-2EA5-FCD0-82BF-56A6D7EAC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7980" y="1754769"/>
              <a:ext cx="1647825" cy="14288"/>
            </a:xfrm>
            <a:prstGeom prst="rect">
              <a:avLst/>
            </a:prstGeom>
          </p:spPr>
        </p:pic>
      </p:grp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2D701E0A-4369-8832-D990-1A727B81171F}"/>
              </a:ext>
            </a:extLst>
          </p:cNvPr>
          <p:cNvGrpSpPr/>
          <p:nvPr/>
        </p:nvGrpSpPr>
        <p:grpSpPr>
          <a:xfrm>
            <a:off x="5201714" y="1929429"/>
            <a:ext cx="2603072" cy="461665"/>
            <a:chOff x="5201714" y="1929429"/>
            <a:chExt cx="2603072" cy="461665"/>
          </a:xfrm>
        </p:grpSpPr>
        <p:sp>
          <p:nvSpPr>
            <p:cNvPr id="14" name="مربع نص 13">
              <a:extLst>
                <a:ext uri="{FF2B5EF4-FFF2-40B4-BE49-F238E27FC236}">
                  <a16:creationId xmlns:a16="http://schemas.microsoft.com/office/drawing/2014/main" id="{EABB5EED-240E-16A9-93AD-709E12164F3E}"/>
                </a:ext>
              </a:extLst>
            </p:cNvPr>
            <p:cNvSpPr txBox="1"/>
            <p:nvPr/>
          </p:nvSpPr>
          <p:spPr>
            <a:xfrm>
              <a:off x="5201714" y="1929429"/>
              <a:ext cx="2603072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342900" indent="-342900" algn="r" rtl="1">
                <a:buFont typeface="Arial" panose="020B0604020202020204" pitchFamily="34" charset="0"/>
                <a:buChar char="•"/>
              </a:pPr>
              <a:r>
                <a:rPr lang="ar-SA" sz="2400" dirty="0">
                  <a:solidFill>
                    <a:srgbClr val="00B0F0"/>
                  </a:solidFill>
                </a:rPr>
                <a:t>النمذجة الرياضية </a:t>
              </a:r>
              <a:endParaRPr lang="ar-SY" sz="2400" dirty="0">
                <a:solidFill>
                  <a:srgbClr val="00B0F0"/>
                </a:solidFill>
              </a:endParaRPr>
            </a:p>
          </p:txBody>
        </p:sp>
        <p:pic>
          <p:nvPicPr>
            <p:cNvPr id="31" name="Image 10" descr="preencoded.png">
              <a:extLst>
                <a:ext uri="{FF2B5EF4-FFF2-40B4-BE49-F238E27FC236}">
                  <a16:creationId xmlns:a16="http://schemas.microsoft.com/office/drawing/2014/main" id="{C0DDBE88-75C2-F9C9-0A5E-467B1B3F4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7979" y="2366759"/>
              <a:ext cx="1647825" cy="14288"/>
            </a:xfrm>
            <a:prstGeom prst="rect">
              <a:avLst/>
            </a:prstGeom>
          </p:spPr>
        </p:pic>
      </p:grpSp>
      <p:grpSp>
        <p:nvGrpSpPr>
          <p:cNvPr id="27" name="مجموعة 26">
            <a:extLst>
              <a:ext uri="{FF2B5EF4-FFF2-40B4-BE49-F238E27FC236}">
                <a16:creationId xmlns:a16="http://schemas.microsoft.com/office/drawing/2014/main" id="{7DB105E5-A065-5758-0974-AE335A2FCAF7}"/>
              </a:ext>
            </a:extLst>
          </p:cNvPr>
          <p:cNvGrpSpPr/>
          <p:nvPr/>
        </p:nvGrpSpPr>
        <p:grpSpPr>
          <a:xfrm>
            <a:off x="5411954" y="2459092"/>
            <a:ext cx="1775668" cy="870834"/>
            <a:chOff x="5411954" y="2459092"/>
            <a:chExt cx="1775668" cy="870834"/>
          </a:xfrm>
        </p:grpSpPr>
        <p:sp>
          <p:nvSpPr>
            <p:cNvPr id="4" name="مربع نص 3">
              <a:extLst>
                <a:ext uri="{FF2B5EF4-FFF2-40B4-BE49-F238E27FC236}">
                  <a16:creationId xmlns:a16="http://schemas.microsoft.com/office/drawing/2014/main" id="{C1176492-81B9-50AE-FF8F-73C5412A97A4}"/>
                </a:ext>
              </a:extLst>
            </p:cNvPr>
            <p:cNvSpPr txBox="1"/>
            <p:nvPr/>
          </p:nvSpPr>
          <p:spPr>
            <a:xfrm>
              <a:off x="5411954" y="2960594"/>
              <a:ext cx="177566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r" rtl="1">
                <a:buFont typeface="Arial" panose="020B0604020202020204" pitchFamily="34" charset="0"/>
                <a:buChar char="•"/>
              </a:pPr>
              <a:r>
                <a:rPr lang="ar-SA" dirty="0">
                  <a:solidFill>
                    <a:srgbClr val="00B0F0"/>
                  </a:solidFill>
                </a:rPr>
                <a:t>الحركة المجردة</a:t>
              </a:r>
              <a:endParaRPr lang="ar-SY" dirty="0">
                <a:solidFill>
                  <a:srgbClr val="00B0F0"/>
                </a:solidFill>
              </a:endParaRPr>
            </a:p>
          </p:txBody>
        </p:sp>
        <p:sp>
          <p:nvSpPr>
            <p:cNvPr id="39" name="مربع نص 38">
              <a:extLst>
                <a:ext uri="{FF2B5EF4-FFF2-40B4-BE49-F238E27FC236}">
                  <a16:creationId xmlns:a16="http://schemas.microsoft.com/office/drawing/2014/main" id="{0D475D36-DCE4-03A2-43F6-42D2DF23D354}"/>
                </a:ext>
              </a:extLst>
            </p:cNvPr>
            <p:cNvSpPr txBox="1"/>
            <p:nvPr/>
          </p:nvSpPr>
          <p:spPr>
            <a:xfrm>
              <a:off x="5411954" y="2459092"/>
              <a:ext cx="177566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r" rtl="1">
                <a:buFont typeface="Arial" panose="020B0604020202020204" pitchFamily="34" charset="0"/>
                <a:buChar char="•"/>
              </a:pPr>
              <a:r>
                <a:rPr lang="ar-SA" dirty="0">
                  <a:solidFill>
                    <a:srgbClr val="00B0F0"/>
                  </a:solidFill>
                </a:rPr>
                <a:t>القوى المُحركة</a:t>
              </a:r>
              <a:endParaRPr lang="ar-SY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8" name="مجموعة 27">
            <a:extLst>
              <a:ext uri="{FF2B5EF4-FFF2-40B4-BE49-F238E27FC236}">
                <a16:creationId xmlns:a16="http://schemas.microsoft.com/office/drawing/2014/main" id="{DD556071-E474-6427-0387-91DD868BA10E}"/>
              </a:ext>
            </a:extLst>
          </p:cNvPr>
          <p:cNvGrpSpPr/>
          <p:nvPr/>
        </p:nvGrpSpPr>
        <p:grpSpPr>
          <a:xfrm>
            <a:off x="5201713" y="3537542"/>
            <a:ext cx="2603071" cy="523327"/>
            <a:chOff x="5201714" y="1245730"/>
            <a:chExt cx="2603071" cy="523327"/>
          </a:xfrm>
        </p:grpSpPr>
        <p:sp>
          <p:nvSpPr>
            <p:cNvPr id="32" name="مربع نص 31">
              <a:extLst>
                <a:ext uri="{FF2B5EF4-FFF2-40B4-BE49-F238E27FC236}">
                  <a16:creationId xmlns:a16="http://schemas.microsoft.com/office/drawing/2014/main" id="{4915B5F8-E0E2-79A5-70A3-E0F78B8620DB}"/>
                </a:ext>
              </a:extLst>
            </p:cNvPr>
            <p:cNvSpPr txBox="1"/>
            <p:nvPr/>
          </p:nvSpPr>
          <p:spPr>
            <a:xfrm>
              <a:off x="5201714" y="1245730"/>
              <a:ext cx="260307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342900" indent="-342900" algn="r" rtl="1">
                <a:buFont typeface="Arial" panose="020B0604020202020204" pitchFamily="34" charset="0"/>
                <a:buChar char="•"/>
              </a:pPr>
              <a:r>
                <a:rPr lang="ar-SA" sz="2400" dirty="0">
                  <a:solidFill>
                    <a:srgbClr val="00B0F0"/>
                  </a:solidFill>
                </a:rPr>
                <a:t>نظام التحكم</a:t>
              </a:r>
              <a:endParaRPr lang="ar-SY" sz="2400" dirty="0">
                <a:solidFill>
                  <a:srgbClr val="00B0F0"/>
                </a:solidFill>
              </a:endParaRPr>
            </a:p>
          </p:txBody>
        </p:sp>
        <p:pic>
          <p:nvPicPr>
            <p:cNvPr id="33" name="Image 10" descr="preencoded.png">
              <a:extLst>
                <a:ext uri="{FF2B5EF4-FFF2-40B4-BE49-F238E27FC236}">
                  <a16:creationId xmlns:a16="http://schemas.microsoft.com/office/drawing/2014/main" id="{AA24EBA0-B1DA-8E36-5AC5-929567A76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7980" y="1754769"/>
              <a:ext cx="1647825" cy="14288"/>
            </a:xfrm>
            <a:prstGeom prst="rect">
              <a:avLst/>
            </a:prstGeom>
          </p:spPr>
        </p:pic>
      </p:grpSp>
      <p:grpSp>
        <p:nvGrpSpPr>
          <p:cNvPr id="34" name="مجموعة 33">
            <a:extLst>
              <a:ext uri="{FF2B5EF4-FFF2-40B4-BE49-F238E27FC236}">
                <a16:creationId xmlns:a16="http://schemas.microsoft.com/office/drawing/2014/main" id="{B6FA54C0-92BB-4077-C8A7-B5B7B3080D1F}"/>
              </a:ext>
            </a:extLst>
          </p:cNvPr>
          <p:cNvGrpSpPr/>
          <p:nvPr/>
        </p:nvGrpSpPr>
        <p:grpSpPr>
          <a:xfrm>
            <a:off x="6351725" y="4196118"/>
            <a:ext cx="835897" cy="715582"/>
            <a:chOff x="5395897" y="2499576"/>
            <a:chExt cx="1778251" cy="715582"/>
          </a:xfrm>
        </p:grpSpPr>
        <p:sp>
          <p:nvSpPr>
            <p:cNvPr id="35" name="مربع نص 34">
              <a:extLst>
                <a:ext uri="{FF2B5EF4-FFF2-40B4-BE49-F238E27FC236}">
                  <a16:creationId xmlns:a16="http://schemas.microsoft.com/office/drawing/2014/main" id="{59FE8D5C-479D-2FC4-1626-E15A8DC10D68}"/>
                </a:ext>
              </a:extLst>
            </p:cNvPr>
            <p:cNvSpPr txBox="1"/>
            <p:nvPr/>
          </p:nvSpPr>
          <p:spPr>
            <a:xfrm>
              <a:off x="5398480" y="2499576"/>
              <a:ext cx="177566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r" rtl="1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HLC</a:t>
              </a:r>
              <a:endParaRPr lang="ar-SY" dirty="0">
                <a:solidFill>
                  <a:srgbClr val="00B0F0"/>
                </a:solidFill>
              </a:endParaRPr>
            </a:p>
          </p:txBody>
        </p:sp>
        <p:sp>
          <p:nvSpPr>
            <p:cNvPr id="40" name="مربع نص 39">
              <a:extLst>
                <a:ext uri="{FF2B5EF4-FFF2-40B4-BE49-F238E27FC236}">
                  <a16:creationId xmlns:a16="http://schemas.microsoft.com/office/drawing/2014/main" id="{7360FA8C-82DC-72D9-C9E9-D43ACC605F22}"/>
                </a:ext>
              </a:extLst>
            </p:cNvPr>
            <p:cNvSpPr txBox="1"/>
            <p:nvPr/>
          </p:nvSpPr>
          <p:spPr>
            <a:xfrm>
              <a:off x="5395897" y="2845826"/>
              <a:ext cx="177566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r" rtl="1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LLC</a:t>
              </a:r>
              <a:endParaRPr lang="ar-SY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78" name="مجموعة 77">
            <a:extLst>
              <a:ext uri="{FF2B5EF4-FFF2-40B4-BE49-F238E27FC236}">
                <a16:creationId xmlns:a16="http://schemas.microsoft.com/office/drawing/2014/main" id="{BD6A97E6-D14B-EDD0-BA80-EB82F8A22DB7}"/>
              </a:ext>
            </a:extLst>
          </p:cNvPr>
          <p:cNvGrpSpPr/>
          <p:nvPr/>
        </p:nvGrpSpPr>
        <p:grpSpPr>
          <a:xfrm>
            <a:off x="922950" y="1245730"/>
            <a:ext cx="2603071" cy="523327"/>
            <a:chOff x="5201714" y="1245730"/>
            <a:chExt cx="2603071" cy="523327"/>
          </a:xfrm>
        </p:grpSpPr>
        <p:sp>
          <p:nvSpPr>
            <p:cNvPr id="79" name="مربع نص 78">
              <a:extLst>
                <a:ext uri="{FF2B5EF4-FFF2-40B4-BE49-F238E27FC236}">
                  <a16:creationId xmlns:a16="http://schemas.microsoft.com/office/drawing/2014/main" id="{7760A9B5-9E80-0F49-14FC-7DD234985BDA}"/>
                </a:ext>
              </a:extLst>
            </p:cNvPr>
            <p:cNvSpPr txBox="1"/>
            <p:nvPr/>
          </p:nvSpPr>
          <p:spPr>
            <a:xfrm>
              <a:off x="5201714" y="1245730"/>
              <a:ext cx="260307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342900" indent="-342900" algn="r" rtl="1">
                <a:buFont typeface="Arial" panose="020B0604020202020204" pitchFamily="34" charset="0"/>
                <a:buChar char="•"/>
              </a:pPr>
              <a:r>
                <a:rPr lang="ar-SA" sz="2400" dirty="0">
                  <a:solidFill>
                    <a:srgbClr val="00B0F0"/>
                  </a:solidFill>
                </a:rPr>
                <a:t>المحاكاة والنتائج</a:t>
              </a:r>
              <a:endParaRPr lang="ar-SY" sz="2400" dirty="0">
                <a:solidFill>
                  <a:srgbClr val="00B0F0"/>
                </a:solidFill>
              </a:endParaRPr>
            </a:p>
          </p:txBody>
        </p:sp>
        <p:pic>
          <p:nvPicPr>
            <p:cNvPr id="80" name="Image 10" descr="preencoded.png">
              <a:extLst>
                <a:ext uri="{FF2B5EF4-FFF2-40B4-BE49-F238E27FC236}">
                  <a16:creationId xmlns:a16="http://schemas.microsoft.com/office/drawing/2014/main" id="{3BDA3C6C-FFAE-2F38-1863-EFB865B7E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7980" y="1754769"/>
              <a:ext cx="1647825" cy="14288"/>
            </a:xfrm>
            <a:prstGeom prst="rect">
              <a:avLst/>
            </a:prstGeom>
          </p:spPr>
        </p:pic>
      </p:grpSp>
      <p:grpSp>
        <p:nvGrpSpPr>
          <p:cNvPr id="81" name="مجموعة 80">
            <a:extLst>
              <a:ext uri="{FF2B5EF4-FFF2-40B4-BE49-F238E27FC236}">
                <a16:creationId xmlns:a16="http://schemas.microsoft.com/office/drawing/2014/main" id="{9582D5DF-80CE-5925-8053-7E87BE2C6C3E}"/>
              </a:ext>
            </a:extLst>
          </p:cNvPr>
          <p:cNvGrpSpPr/>
          <p:nvPr/>
        </p:nvGrpSpPr>
        <p:grpSpPr>
          <a:xfrm>
            <a:off x="922949" y="1973610"/>
            <a:ext cx="2603071" cy="523327"/>
            <a:chOff x="5201714" y="1245730"/>
            <a:chExt cx="2603071" cy="523327"/>
          </a:xfrm>
        </p:grpSpPr>
        <p:sp>
          <p:nvSpPr>
            <p:cNvPr id="82" name="مربع نص 81">
              <a:extLst>
                <a:ext uri="{FF2B5EF4-FFF2-40B4-BE49-F238E27FC236}">
                  <a16:creationId xmlns:a16="http://schemas.microsoft.com/office/drawing/2014/main" id="{D543E99B-C582-69EF-A13F-158E74545308}"/>
                </a:ext>
              </a:extLst>
            </p:cNvPr>
            <p:cNvSpPr txBox="1"/>
            <p:nvPr/>
          </p:nvSpPr>
          <p:spPr>
            <a:xfrm>
              <a:off x="5201714" y="1245730"/>
              <a:ext cx="260307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342900" indent="-342900" algn="r" rtl="1">
                <a:buFont typeface="Arial" panose="020B0604020202020204" pitchFamily="34" charset="0"/>
                <a:buChar char="•"/>
              </a:pPr>
              <a:r>
                <a:rPr lang="ar-SA" sz="2400" dirty="0">
                  <a:solidFill>
                    <a:srgbClr val="00B0F0"/>
                  </a:solidFill>
                </a:rPr>
                <a:t>التوجيه الصوتي</a:t>
              </a:r>
              <a:endParaRPr lang="ar-SY" sz="2400" dirty="0">
                <a:solidFill>
                  <a:srgbClr val="00B0F0"/>
                </a:solidFill>
              </a:endParaRPr>
            </a:p>
          </p:txBody>
        </p:sp>
        <p:pic>
          <p:nvPicPr>
            <p:cNvPr id="83" name="Image 10" descr="preencoded.png">
              <a:extLst>
                <a:ext uri="{FF2B5EF4-FFF2-40B4-BE49-F238E27FC236}">
                  <a16:creationId xmlns:a16="http://schemas.microsoft.com/office/drawing/2014/main" id="{B209915D-4593-79D9-B033-E4FB5227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7980" y="1754769"/>
              <a:ext cx="1647825" cy="142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18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/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/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/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/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/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790" dirty="0"/>
          </a:p>
        </p:txBody>
      </p:sp>
      <p:sp>
        <p:nvSpPr>
          <p:cNvPr id="13" name="Shape 7"/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التصميم الميكانيكي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/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6DBD8D8E-B118-3E8B-B4AF-442265FA2D1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/>
          <a:stretch/>
        </p:blipFill>
        <p:spPr>
          <a:xfrm>
            <a:off x="4811762" y="1377479"/>
            <a:ext cx="2736167" cy="3095289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632EAA61-C87B-4B72-2CB1-501FEE59133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421" t="15204" r="30029" b="14894"/>
          <a:stretch>
            <a:fillRect/>
          </a:stretch>
        </p:blipFill>
        <p:spPr>
          <a:xfrm>
            <a:off x="0" y="1377479"/>
            <a:ext cx="3566160" cy="3086043"/>
          </a:xfrm>
          <a:prstGeom prst="rect">
            <a:avLst/>
          </a:prstGeom>
        </p:spPr>
      </p:pic>
      <p:sp>
        <p:nvSpPr>
          <p:cNvPr id="27" name="سهم: لليسار 26">
            <a:extLst>
              <a:ext uri="{FF2B5EF4-FFF2-40B4-BE49-F238E27FC236}">
                <a16:creationId xmlns:a16="http://schemas.microsoft.com/office/drawing/2014/main" id="{F7F0A59D-ECDF-2A01-037E-FC23B6DFDF86}"/>
              </a:ext>
            </a:extLst>
          </p:cNvPr>
          <p:cNvSpPr/>
          <p:nvPr/>
        </p:nvSpPr>
        <p:spPr>
          <a:xfrm>
            <a:off x="3215691" y="2278966"/>
            <a:ext cx="1481771" cy="47599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dirty="0"/>
              <a:t>النسخة المعدلة</a:t>
            </a:r>
            <a:r>
              <a:rPr lang="ar-SA" dirty="0"/>
              <a:t> </a:t>
            </a:r>
            <a:endParaRPr lang="ar-SY" dirty="0"/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EC153356-BDBF-7CF5-DB6D-FCFDE39D8187}"/>
              </a:ext>
            </a:extLst>
          </p:cNvPr>
          <p:cNvSpPr txBox="1"/>
          <p:nvPr/>
        </p:nvSpPr>
        <p:spPr>
          <a:xfrm>
            <a:off x="7111701" y="1168907"/>
            <a:ext cx="152644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Y" sz="2000" dirty="0" err="1">
                <a:solidFill>
                  <a:schemeClr val="bg1"/>
                </a:solidFill>
              </a:rPr>
              <a:t>Robotics</a:t>
            </a:r>
            <a:r>
              <a:rPr lang="ar-SY" sz="2000" dirty="0">
                <a:solidFill>
                  <a:schemeClr val="bg1"/>
                </a:solidFill>
              </a:rPr>
              <a:t>-DIY</a:t>
            </a:r>
            <a:endParaRPr lang="ar-SY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0AE3-1B4A-915D-9030-2FC2BAAC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475D57-8877-81C2-BB46-35E41B351E1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5CFF949-811C-15C2-5260-7BF23D4C4C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9DB9E921-F3FC-5F7F-074D-048DB7260DA6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4399382-CFC6-567E-7674-8FFF795931E7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B3A1EA9-BBE2-5D89-D588-283F33207DED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7454CD6-AB97-3DEC-7585-BC82DB215EE1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D04A8385-7208-4DCF-8B3D-3E6658685B77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41487B7-1812-EDE3-4B14-42EA70A3347B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E5AC02D-B050-831E-ABDA-C6059D8327FF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C173BE46-296F-84D8-BF60-955AC0074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89A993B6-A239-A5B9-254B-380B933D9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EB30E54E-E997-A17C-8DF4-E3CBBECA2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E4EFA705-A722-2B5D-2AB4-DADBE11B4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4B8EA5F8-3B9D-603A-CD86-4FB4230612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E95B8188-39DC-DE5A-9071-0BEE3CA84330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النمذجة الرياضية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138FAD33-ABEB-19BB-63E7-C5445A0ECA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C1D1E2B2-4C7A-1C81-0EE0-E7F535B49409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3721C29B-39CA-0218-C5D5-05DEF539F6E2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5ACF18B-BFED-B87A-94D6-75808A612603}"/>
              </a:ext>
            </a:extLst>
          </p:cNvPr>
          <p:cNvSpPr txBox="1"/>
          <p:nvPr/>
        </p:nvSpPr>
        <p:spPr>
          <a:xfrm>
            <a:off x="5549706" y="1329397"/>
            <a:ext cx="258142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Forward-Kinematics</a:t>
            </a:r>
            <a:endParaRPr lang="ar-SY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4" name="صورة 33">
            <a:extLst>
              <a:ext uri="{FF2B5EF4-FFF2-40B4-BE49-F238E27FC236}">
                <a16:creationId xmlns:a16="http://schemas.microsoft.com/office/drawing/2014/main" id="{E0A8BA4F-B73B-1011-094E-4DBD3C7F7B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128" y="679581"/>
            <a:ext cx="4786282" cy="2903263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5616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2355-A200-1EE1-C30F-158D08A9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1FDBB-A027-0DD9-02EA-7C066A6D8CC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4626A45-AC74-F491-26D2-D4C0B242B3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6096" y="-6096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D7691406-83E5-15FF-67C0-18D4007EA634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BC3F5A2-76D3-D52F-5228-F94B49738F11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353E85B-DFE3-EA97-DC76-10AED7B1289D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8321764-1DBA-3BD6-FEDB-92276ADE395E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AEA79FB-E794-0E39-0447-CC18719BD352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74FC8BA-A955-B941-151C-B894F68D59FC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BEB38D65-F49C-3772-B691-E5DCFA88B4B5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D6BD2293-0713-D5B9-3351-49A9DCAFA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66778988-D27B-B9E1-F996-E49BA4F80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4815BCC7-8940-C05C-C987-E771B1949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E5FA54B8-8EE2-DEA6-5D84-7D7F144E3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48F531C3-C702-73DE-C8F1-1BF6E558F4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9990F92-3AEB-E68E-96E3-2FF7215D67EF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النمذجة الرياضية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94E5C866-8805-637A-8460-1920A9F782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9BB96E34-86A6-4402-BB94-56D92C1D7A76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CB7008C-BAA9-D81B-7FA3-CDB9716E70C6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DAC020FA-3E2B-AEF3-CF8A-3DDDA09DD442}"/>
              </a:ext>
            </a:extLst>
          </p:cNvPr>
          <p:cNvSpPr txBox="1"/>
          <p:nvPr/>
        </p:nvSpPr>
        <p:spPr>
          <a:xfrm>
            <a:off x="5633817" y="1052717"/>
            <a:ext cx="244777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Inverse-Kinematics</a:t>
            </a:r>
            <a:endParaRPr lang="ar-SY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328DE55D-30B7-8FD9-BF29-66738FD64B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1381" y="1490292"/>
            <a:ext cx="4400782" cy="2996277"/>
          </a:xfrm>
          <a:prstGeom prst="rect">
            <a:avLst/>
          </a:prstGeom>
          <a:effectLst>
            <a:softEdge rad="3175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مربع نص 22">
                <a:extLst>
                  <a:ext uri="{FF2B5EF4-FFF2-40B4-BE49-F238E27FC236}">
                    <a16:creationId xmlns:a16="http://schemas.microsoft.com/office/drawing/2014/main" id="{FF22C2C6-DDA0-04A7-5E3C-D4D752DB7807}"/>
                  </a:ext>
                </a:extLst>
              </p:cNvPr>
              <p:cNvSpPr txBox="1"/>
              <p:nvPr/>
            </p:nvSpPr>
            <p:spPr>
              <a:xfrm>
                <a:off x="2509163" y="396160"/>
                <a:ext cx="2170263" cy="4110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l-PL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atan</m:t>
                      </m:r>
                      <m:r>
                        <a:rPr lang="pl-PL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SY" dirty="0"/>
              </a:p>
            </p:txBody>
          </p:sp>
        </mc:Choice>
        <mc:Fallback xmlns="">
          <p:sp>
            <p:nvSpPr>
              <p:cNvPr id="23" name="مربع نص 22">
                <a:extLst>
                  <a:ext uri="{FF2B5EF4-FFF2-40B4-BE49-F238E27FC236}">
                    <a16:creationId xmlns:a16="http://schemas.microsoft.com/office/drawing/2014/main" id="{FF22C2C6-DDA0-04A7-5E3C-D4D752DB7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63" y="396160"/>
                <a:ext cx="2170263" cy="411010"/>
              </a:xfrm>
              <a:prstGeom prst="rect">
                <a:avLst/>
              </a:prstGeom>
              <a:blipFill>
                <a:blip r:embed="rId11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مربع نص 31">
                <a:extLst>
                  <a:ext uri="{FF2B5EF4-FFF2-40B4-BE49-F238E27FC236}">
                    <a16:creationId xmlns:a16="http://schemas.microsoft.com/office/drawing/2014/main" id="{A383D4F9-6D65-D0B9-E908-082D6E6664A2}"/>
                  </a:ext>
                </a:extLst>
              </p:cNvPr>
              <p:cNvSpPr txBox="1"/>
              <p:nvPr/>
            </p:nvSpPr>
            <p:spPr>
              <a:xfrm>
                <a:off x="429954" y="3519317"/>
                <a:ext cx="1199851" cy="376193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SY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SY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SA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ar-SY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ar-SA" dirty="0"/>
                  <a:t> ✅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,</a:t>
                </a:r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مربع نص 31">
                <a:extLst>
                  <a:ext uri="{FF2B5EF4-FFF2-40B4-BE49-F238E27FC236}">
                    <a16:creationId xmlns:a16="http://schemas.microsoft.com/office/drawing/2014/main" id="{A383D4F9-6D65-D0B9-E908-082D6E666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54" y="3519317"/>
                <a:ext cx="1199851" cy="376193"/>
              </a:xfrm>
              <a:prstGeom prst="rect">
                <a:avLst/>
              </a:prstGeom>
              <a:blipFill>
                <a:blip r:embed="rId12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مربع نص 4">
                <a:extLst>
                  <a:ext uri="{FF2B5EF4-FFF2-40B4-BE49-F238E27FC236}">
                    <a16:creationId xmlns:a16="http://schemas.microsoft.com/office/drawing/2014/main" id="{E493D9EC-AB83-048E-3961-0F4682319C0E}"/>
                  </a:ext>
                </a:extLst>
              </p:cNvPr>
              <p:cNvSpPr txBox="1"/>
              <p:nvPr/>
            </p:nvSpPr>
            <p:spPr>
              <a:xfrm>
                <a:off x="457163" y="368904"/>
                <a:ext cx="1547483" cy="291426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GB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GB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GB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GB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ar-SY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مربع نص 4">
                <a:extLst>
                  <a:ext uri="{FF2B5EF4-FFF2-40B4-BE49-F238E27FC236}">
                    <a16:creationId xmlns:a16="http://schemas.microsoft.com/office/drawing/2014/main" id="{E493D9EC-AB83-048E-3961-0F4682319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63" y="368904"/>
                <a:ext cx="1547483" cy="291426"/>
              </a:xfrm>
              <a:prstGeom prst="rect">
                <a:avLst/>
              </a:prstGeom>
              <a:blipFill>
                <a:blip r:embed="rId13"/>
                <a:stretch>
                  <a:fillRect l="-3937" t="-29787" b="-29787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مربع نص 13">
                <a:extLst>
                  <a:ext uri="{FF2B5EF4-FFF2-40B4-BE49-F238E27FC236}">
                    <a16:creationId xmlns:a16="http://schemas.microsoft.com/office/drawing/2014/main" id="{6C75CC7C-BE7E-0963-AD67-81D3E0B724C8}"/>
                  </a:ext>
                </a:extLst>
              </p:cNvPr>
              <p:cNvSpPr txBox="1"/>
              <p:nvPr/>
            </p:nvSpPr>
            <p:spPr>
              <a:xfrm>
                <a:off x="-555432" y="807170"/>
                <a:ext cx="3271189" cy="563680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lvl="2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,</m:t>
                      </m:r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مربع نص 13">
                <a:extLst>
                  <a:ext uri="{FF2B5EF4-FFF2-40B4-BE49-F238E27FC236}">
                    <a16:creationId xmlns:a16="http://schemas.microsoft.com/office/drawing/2014/main" id="{6C75CC7C-BE7E-0963-AD67-81D3E0B72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5432" y="807170"/>
                <a:ext cx="3271189" cy="5636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مربع نص 38">
                <a:extLst>
                  <a:ext uri="{FF2B5EF4-FFF2-40B4-BE49-F238E27FC236}">
                    <a16:creationId xmlns:a16="http://schemas.microsoft.com/office/drawing/2014/main" id="{216101B1-3BB0-20C7-4E28-4CD99736E5F9}"/>
                  </a:ext>
                </a:extLst>
              </p:cNvPr>
              <p:cNvSpPr txBox="1"/>
              <p:nvPr/>
            </p:nvSpPr>
            <p:spPr>
              <a:xfrm>
                <a:off x="1984175" y="962248"/>
                <a:ext cx="18163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l-PL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l-PL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pl-PL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مربع نص 38">
                <a:extLst>
                  <a:ext uri="{FF2B5EF4-FFF2-40B4-BE49-F238E27FC236}">
                    <a16:creationId xmlns:a16="http://schemas.microsoft.com/office/drawing/2014/main" id="{216101B1-3BB0-20C7-4E28-4CD99736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175" y="962248"/>
                <a:ext cx="1816379" cy="276999"/>
              </a:xfrm>
              <a:prstGeom prst="rect">
                <a:avLst/>
              </a:prstGeom>
              <a:blipFill>
                <a:blip r:embed="rId15"/>
                <a:stretch>
                  <a:fillRect r="-2685" b="-17778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سهم: لليمين 39">
            <a:extLst>
              <a:ext uri="{FF2B5EF4-FFF2-40B4-BE49-F238E27FC236}">
                <a16:creationId xmlns:a16="http://schemas.microsoft.com/office/drawing/2014/main" id="{51EBAE1E-21A6-39FC-2449-49942BA3AB67}"/>
              </a:ext>
            </a:extLst>
          </p:cNvPr>
          <p:cNvSpPr/>
          <p:nvPr/>
        </p:nvSpPr>
        <p:spPr>
          <a:xfrm>
            <a:off x="2099457" y="505567"/>
            <a:ext cx="338062" cy="205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مربع نص 40">
                <a:extLst>
                  <a:ext uri="{FF2B5EF4-FFF2-40B4-BE49-F238E27FC236}">
                    <a16:creationId xmlns:a16="http://schemas.microsoft.com/office/drawing/2014/main" id="{56D7E8DF-1149-A322-45B0-34B47D759DD9}"/>
                  </a:ext>
                </a:extLst>
              </p:cNvPr>
              <p:cNvSpPr txBox="1"/>
              <p:nvPr/>
            </p:nvSpPr>
            <p:spPr>
              <a:xfrm>
                <a:off x="179270" y="1495535"/>
                <a:ext cx="2255169" cy="53822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r>
                        <a:rPr lang="pt-B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ar-SY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مربع نص 40">
                <a:extLst>
                  <a:ext uri="{FF2B5EF4-FFF2-40B4-BE49-F238E27FC236}">
                    <a16:creationId xmlns:a16="http://schemas.microsoft.com/office/drawing/2014/main" id="{56D7E8DF-1149-A322-45B0-34B47D759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70" y="1495535"/>
                <a:ext cx="2255169" cy="53822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مربع نص 41">
                <a:extLst>
                  <a:ext uri="{FF2B5EF4-FFF2-40B4-BE49-F238E27FC236}">
                    <a16:creationId xmlns:a16="http://schemas.microsoft.com/office/drawing/2014/main" id="{0B12F713-D044-9EA0-9A47-D7F9F9D05FC4}"/>
                  </a:ext>
                </a:extLst>
              </p:cNvPr>
              <p:cNvSpPr txBox="1"/>
              <p:nvPr/>
            </p:nvSpPr>
            <p:spPr>
              <a:xfrm>
                <a:off x="2509163" y="1615567"/>
                <a:ext cx="1877783" cy="298159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sv-SE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sv-SE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r>
                        <a:rPr lang="sv-SE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sv-SE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sv-SE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sv-SE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sv-SE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sv-SE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sv-SE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sv-SE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sv-SE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ar-SY" sz="1600" dirty="0"/>
              </a:p>
            </p:txBody>
          </p:sp>
        </mc:Choice>
        <mc:Fallback xmlns="">
          <p:sp>
            <p:nvSpPr>
              <p:cNvPr id="42" name="مربع نص 41">
                <a:extLst>
                  <a:ext uri="{FF2B5EF4-FFF2-40B4-BE49-F238E27FC236}">
                    <a16:creationId xmlns:a16="http://schemas.microsoft.com/office/drawing/2014/main" id="{0B12F713-D044-9EA0-9A47-D7F9F9D05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63" y="1615567"/>
                <a:ext cx="1877783" cy="298159"/>
              </a:xfrm>
              <a:prstGeom prst="rect">
                <a:avLst/>
              </a:prstGeom>
              <a:blipFill>
                <a:blip r:embed="rId17"/>
                <a:stretch>
                  <a:fillRect r="-649" b="-18367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مربع نص 42">
                <a:extLst>
                  <a:ext uri="{FF2B5EF4-FFF2-40B4-BE49-F238E27FC236}">
                    <a16:creationId xmlns:a16="http://schemas.microsoft.com/office/drawing/2014/main" id="{42177823-14DF-F59C-1D35-6AC47E9551B9}"/>
                  </a:ext>
                </a:extLst>
              </p:cNvPr>
              <p:cNvSpPr txBox="1"/>
              <p:nvPr/>
            </p:nvSpPr>
            <p:spPr>
              <a:xfrm>
                <a:off x="276177" y="2276069"/>
                <a:ext cx="1143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مربع نص 42">
                <a:extLst>
                  <a:ext uri="{FF2B5EF4-FFF2-40B4-BE49-F238E27FC236}">
                    <a16:creationId xmlns:a16="http://schemas.microsoft.com/office/drawing/2014/main" id="{42177823-14DF-F59C-1D35-6AC47E955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77" y="2276069"/>
                <a:ext cx="1143133" cy="276999"/>
              </a:xfrm>
              <a:prstGeom prst="rect">
                <a:avLst/>
              </a:prstGeom>
              <a:blipFill>
                <a:blip r:embed="rId18"/>
                <a:stretch>
                  <a:fillRect l="-3723" r="-1596" b="-23913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سهم: لليمين 43">
            <a:extLst>
              <a:ext uri="{FF2B5EF4-FFF2-40B4-BE49-F238E27FC236}">
                <a16:creationId xmlns:a16="http://schemas.microsoft.com/office/drawing/2014/main" id="{7725E8EC-0B59-6C56-CB1F-8ABAD2D9EC61}"/>
              </a:ext>
            </a:extLst>
          </p:cNvPr>
          <p:cNvSpPr/>
          <p:nvPr/>
        </p:nvSpPr>
        <p:spPr>
          <a:xfrm>
            <a:off x="1644161" y="2363372"/>
            <a:ext cx="455296" cy="208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مربع نص 44">
                <a:extLst>
                  <a:ext uri="{FF2B5EF4-FFF2-40B4-BE49-F238E27FC236}">
                    <a16:creationId xmlns:a16="http://schemas.microsoft.com/office/drawing/2014/main" id="{8FEF1C87-DEF1-C847-17A5-AA519A24560C}"/>
                  </a:ext>
                </a:extLst>
              </p:cNvPr>
              <p:cNvSpPr txBox="1"/>
              <p:nvPr/>
            </p:nvSpPr>
            <p:spPr>
              <a:xfrm>
                <a:off x="2213892" y="2261918"/>
                <a:ext cx="93955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SY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S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SA" dirty="0"/>
                  <a:t> ✅</a:t>
                </a:r>
                <a:endParaRPr lang="ar-SY" dirty="0"/>
              </a:p>
            </p:txBody>
          </p:sp>
        </mc:Choice>
        <mc:Fallback xmlns="">
          <p:sp>
            <p:nvSpPr>
              <p:cNvPr id="45" name="مربع نص 44">
                <a:extLst>
                  <a:ext uri="{FF2B5EF4-FFF2-40B4-BE49-F238E27FC236}">
                    <a16:creationId xmlns:a16="http://schemas.microsoft.com/office/drawing/2014/main" id="{8FEF1C87-DEF1-C847-17A5-AA519A245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92" y="2261918"/>
                <a:ext cx="939557" cy="369332"/>
              </a:xfrm>
              <a:prstGeom prst="rect">
                <a:avLst/>
              </a:prstGeom>
              <a:blipFill>
                <a:blip r:embed="rId1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مربع نص 45">
                <a:extLst>
                  <a:ext uri="{FF2B5EF4-FFF2-40B4-BE49-F238E27FC236}">
                    <a16:creationId xmlns:a16="http://schemas.microsoft.com/office/drawing/2014/main" id="{63609BBC-0A2F-79C5-66C9-E9D8A417AF16}"/>
                  </a:ext>
                </a:extLst>
              </p:cNvPr>
              <p:cNvSpPr txBox="1"/>
              <p:nvPr/>
            </p:nvSpPr>
            <p:spPr>
              <a:xfrm>
                <a:off x="294449" y="2828171"/>
                <a:ext cx="3379451" cy="604140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func>
                                <m:func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</m:d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𝑠𝐿</m:t>
                          </m:r>
                          <m:func>
                            <m:func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num>
                        <m:den>
                          <m:sSubSup>
                            <m:sSub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func>
                            <m:func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مربع نص 45">
                <a:extLst>
                  <a:ext uri="{FF2B5EF4-FFF2-40B4-BE49-F238E27FC236}">
                    <a16:creationId xmlns:a16="http://schemas.microsoft.com/office/drawing/2014/main" id="{63609BBC-0A2F-79C5-66C9-E9D8A417A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49" y="2828171"/>
                <a:ext cx="3379451" cy="6041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سهم: لليمين 46">
            <a:extLst>
              <a:ext uri="{FF2B5EF4-FFF2-40B4-BE49-F238E27FC236}">
                <a16:creationId xmlns:a16="http://schemas.microsoft.com/office/drawing/2014/main" id="{C14BC095-A378-C51F-BA1F-4DE1562CCA4F}"/>
              </a:ext>
            </a:extLst>
          </p:cNvPr>
          <p:cNvSpPr/>
          <p:nvPr/>
        </p:nvSpPr>
        <p:spPr>
          <a:xfrm>
            <a:off x="3734605" y="3026052"/>
            <a:ext cx="455296" cy="208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مربع نص 47">
                <a:extLst>
                  <a:ext uri="{FF2B5EF4-FFF2-40B4-BE49-F238E27FC236}">
                    <a16:creationId xmlns:a16="http://schemas.microsoft.com/office/drawing/2014/main" id="{17D79ED5-7EC5-3EE3-FB39-7DD4001677E4}"/>
                  </a:ext>
                </a:extLst>
              </p:cNvPr>
              <p:cNvSpPr txBox="1"/>
              <p:nvPr/>
            </p:nvSpPr>
            <p:spPr>
              <a:xfrm>
                <a:off x="1460774" y="3486195"/>
                <a:ext cx="822070" cy="38042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SY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SY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SA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ar-SY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ar-SA" dirty="0"/>
                  <a:t> ✅</a:t>
                </a:r>
                <a:endParaRPr lang="ar-SY" dirty="0"/>
              </a:p>
            </p:txBody>
          </p:sp>
        </mc:Choice>
        <mc:Fallback xmlns="">
          <p:sp>
            <p:nvSpPr>
              <p:cNvPr id="48" name="مربع نص 47">
                <a:extLst>
                  <a:ext uri="{FF2B5EF4-FFF2-40B4-BE49-F238E27FC236}">
                    <a16:creationId xmlns:a16="http://schemas.microsoft.com/office/drawing/2014/main" id="{17D79ED5-7EC5-3EE3-FB39-7DD400167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774" y="3486195"/>
                <a:ext cx="822070" cy="380425"/>
              </a:xfrm>
              <a:prstGeom prst="rect">
                <a:avLst/>
              </a:prstGeom>
              <a:blipFill>
                <a:blip r:embed="rId21"/>
                <a:stretch>
                  <a:fillRect t="-6452" r="-5224" b="-25806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مربع نص 48">
                <a:extLst>
                  <a:ext uri="{FF2B5EF4-FFF2-40B4-BE49-F238E27FC236}">
                    <a16:creationId xmlns:a16="http://schemas.microsoft.com/office/drawing/2014/main" id="{EB35130E-E31E-AA8B-AF20-AE4565CA5E1B}"/>
                  </a:ext>
                </a:extLst>
              </p:cNvPr>
              <p:cNvSpPr txBox="1"/>
              <p:nvPr/>
            </p:nvSpPr>
            <p:spPr>
              <a:xfrm>
                <a:off x="455054" y="4231147"/>
                <a:ext cx="1928512" cy="38042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SY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SY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SY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ar-SY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ar-SY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SY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SY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SY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SY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SY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ar-SY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ar-SY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ar-SY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SY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SY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ar-SY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مربع نص 48">
                <a:extLst>
                  <a:ext uri="{FF2B5EF4-FFF2-40B4-BE49-F238E27FC236}">
                    <a16:creationId xmlns:a16="http://schemas.microsoft.com/office/drawing/2014/main" id="{EB35130E-E31E-AA8B-AF20-AE4565CA5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54" y="4231147"/>
                <a:ext cx="1928512" cy="380425"/>
              </a:xfrm>
              <a:prstGeom prst="rect">
                <a:avLst/>
              </a:prstGeom>
              <a:blipFill>
                <a:blip r:embed="rId2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سهم: لليمين 49">
            <a:extLst>
              <a:ext uri="{FF2B5EF4-FFF2-40B4-BE49-F238E27FC236}">
                <a16:creationId xmlns:a16="http://schemas.microsoft.com/office/drawing/2014/main" id="{709E6C28-213D-50EF-FD22-1D79E04D4E32}"/>
              </a:ext>
            </a:extLst>
          </p:cNvPr>
          <p:cNvSpPr/>
          <p:nvPr/>
        </p:nvSpPr>
        <p:spPr>
          <a:xfrm>
            <a:off x="2228374" y="4336330"/>
            <a:ext cx="455296" cy="208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مربع نص 50">
                <a:extLst>
                  <a:ext uri="{FF2B5EF4-FFF2-40B4-BE49-F238E27FC236}">
                    <a16:creationId xmlns:a16="http://schemas.microsoft.com/office/drawing/2014/main" id="{41E1839C-7BFD-237B-5BDB-394D73B4FEB1}"/>
                  </a:ext>
                </a:extLst>
              </p:cNvPr>
              <p:cNvSpPr txBox="1"/>
              <p:nvPr/>
            </p:nvSpPr>
            <p:spPr>
              <a:xfrm>
                <a:off x="2741268" y="4181252"/>
                <a:ext cx="93955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Y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S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ar-SY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S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ar-SY" dirty="0"/>
              </a:p>
            </p:txBody>
          </p:sp>
        </mc:Choice>
        <mc:Fallback xmlns="">
          <p:sp>
            <p:nvSpPr>
              <p:cNvPr id="51" name="مربع نص 50">
                <a:extLst>
                  <a:ext uri="{FF2B5EF4-FFF2-40B4-BE49-F238E27FC236}">
                    <a16:creationId xmlns:a16="http://schemas.microsoft.com/office/drawing/2014/main" id="{41E1839C-7BFD-237B-5BDB-394D73B4F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268" y="4181252"/>
                <a:ext cx="939557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84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5" grpId="0"/>
      <p:bldP spid="14" grpId="0"/>
      <p:bldP spid="39" grpId="0"/>
      <p:bldP spid="40" grpId="0" animBg="1"/>
      <p:bldP spid="41" grpId="0"/>
      <p:bldP spid="42" grpId="0"/>
      <p:bldP spid="43" grpId="0"/>
      <p:bldP spid="44" grpId="0" animBg="1"/>
      <p:bldP spid="45" grpId="0"/>
      <p:bldP spid="46" grpId="0"/>
      <p:bldP spid="47" grpId="0" animBg="1"/>
      <p:bldP spid="48" grpId="0"/>
      <p:bldP spid="49" grpId="0"/>
      <p:bldP spid="50" grpId="0" animBg="1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D211-53BA-AD36-C295-C9625444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D82CAE-A77B-D1F1-DB50-30406E44C6A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8BB8E53-9ED2-B696-E079-4BE4AF273A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7A21F996-62EC-66DB-65C2-C0040EE3B847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B93A899-0254-19EF-2C87-A1ED04B48548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AFD9961-5C9B-36C2-A3AA-744A5DA232D0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072D432-712E-8DA0-854E-A26E4E2FC69E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616F968-7458-F304-14AC-66982950F743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31B7BF0-5EC8-8EA2-7098-9FC0BCD8C545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7EE1041-7E39-9B07-441B-D0E26DE2BBB0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414F6568-F9BB-FE6B-966F-840A811C3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FB59AEB0-EC95-D2AA-54D8-99E5D158E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F347D692-3F2D-1F9C-B16B-00D36583E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CE18C0AE-3060-46F7-2C7B-4C6017C449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62487413-C295-170E-BE29-EFACA22886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E78054E9-4AFF-9BE1-D7E4-45C976196AD7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النمذجة الرياضية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15AE45C6-4317-52A9-4AA2-7B1487C82A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7D173240-5821-7729-11A8-75861D2E34AE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D716C9A-0678-0CCC-7AF0-4370111B5739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60B23497-78ED-2DDA-32CA-D93F577CC005}"/>
              </a:ext>
            </a:extLst>
          </p:cNvPr>
          <p:cNvSpPr txBox="1"/>
          <p:nvPr/>
        </p:nvSpPr>
        <p:spPr>
          <a:xfrm>
            <a:off x="5683348" y="1329397"/>
            <a:ext cx="244777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Dynamics</a:t>
            </a:r>
            <a:endParaRPr lang="ar-SY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مربع نص 43">
                <a:extLst>
                  <a:ext uri="{FF2B5EF4-FFF2-40B4-BE49-F238E27FC236}">
                    <a16:creationId xmlns:a16="http://schemas.microsoft.com/office/drawing/2014/main" id="{15805889-2CA7-5EEF-93F7-1D75A9DBD5C6}"/>
                  </a:ext>
                </a:extLst>
              </p:cNvPr>
              <p:cNvSpPr txBox="1"/>
              <p:nvPr/>
            </p:nvSpPr>
            <p:spPr>
              <a:xfrm>
                <a:off x="711592" y="1772319"/>
                <a:ext cx="4845237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act</m:t>
                              </m:r>
                            </m:e>
                          </m:d>
                        </m:sub>
                      </m:sSub>
                      <m:acc>
                        <m:accPr>
                          <m:chr m:val="̈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nary>
                        </m:e>
                      </m:nary>
                      <m:acc>
                        <m:accPr>
                          <m:chr m:val="̇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مربع نص 43">
                <a:extLst>
                  <a:ext uri="{FF2B5EF4-FFF2-40B4-BE49-F238E27FC236}">
                    <a16:creationId xmlns:a16="http://schemas.microsoft.com/office/drawing/2014/main" id="{15805889-2CA7-5EEF-93F7-1D75A9DBD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92" y="1772319"/>
                <a:ext cx="4845237" cy="7875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مربع نص 45">
            <a:extLst>
              <a:ext uri="{FF2B5EF4-FFF2-40B4-BE49-F238E27FC236}">
                <a16:creationId xmlns:a16="http://schemas.microsoft.com/office/drawing/2014/main" id="{1C00C3BC-F95D-F6B4-744C-060EB278576F}"/>
              </a:ext>
            </a:extLst>
          </p:cNvPr>
          <p:cNvSpPr txBox="1"/>
          <p:nvPr/>
        </p:nvSpPr>
        <p:spPr>
          <a:xfrm>
            <a:off x="711592" y="1118382"/>
            <a:ext cx="209491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Lagrange equation :</a:t>
            </a:r>
            <a:endParaRPr lang="ar-SY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مربع نص 46">
                <a:extLst>
                  <a:ext uri="{FF2B5EF4-FFF2-40B4-BE49-F238E27FC236}">
                    <a16:creationId xmlns:a16="http://schemas.microsoft.com/office/drawing/2014/main" id="{8EF38F13-D661-DA93-AFA6-9968478B189F}"/>
                  </a:ext>
                </a:extLst>
              </p:cNvPr>
              <p:cNvSpPr txBox="1"/>
              <p:nvPr/>
            </p:nvSpPr>
            <p:spPr>
              <a:xfrm>
                <a:off x="711592" y="3184209"/>
                <a:ext cx="2778646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𝑎𝑐𝑡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̈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مربع نص 46">
                <a:extLst>
                  <a:ext uri="{FF2B5EF4-FFF2-40B4-BE49-F238E27FC236}">
                    <a16:creationId xmlns:a16="http://schemas.microsoft.com/office/drawing/2014/main" id="{8EF38F13-D661-DA93-AFA6-9968478B1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92" y="3184209"/>
                <a:ext cx="2778646" cy="299569"/>
              </a:xfrm>
              <a:prstGeom prst="rect">
                <a:avLst/>
              </a:prstGeom>
              <a:blipFill>
                <a:blip r:embed="rId11"/>
                <a:stretch>
                  <a:fillRect l="-658" b="-22449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مربع نص 47">
                <a:extLst>
                  <a:ext uri="{FF2B5EF4-FFF2-40B4-BE49-F238E27FC236}">
                    <a16:creationId xmlns:a16="http://schemas.microsoft.com/office/drawing/2014/main" id="{14C96F3B-87E7-DFC4-F052-60964B6EEFDE}"/>
                  </a:ext>
                </a:extLst>
              </p:cNvPr>
              <p:cNvSpPr txBox="1"/>
              <p:nvPr/>
            </p:nvSpPr>
            <p:spPr>
              <a:xfrm>
                <a:off x="5189085" y="2677016"/>
                <a:ext cx="2256067" cy="1273875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4894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5572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1008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1393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مربع نص 47">
                <a:extLst>
                  <a:ext uri="{FF2B5EF4-FFF2-40B4-BE49-F238E27FC236}">
                    <a16:creationId xmlns:a16="http://schemas.microsoft.com/office/drawing/2014/main" id="{14C96F3B-87E7-DFC4-F052-60964B6EE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085" y="2677016"/>
                <a:ext cx="2256067" cy="12738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سهم: لليمين 48">
                <a:extLst>
                  <a:ext uri="{FF2B5EF4-FFF2-40B4-BE49-F238E27FC236}">
                    <a16:creationId xmlns:a16="http://schemas.microsoft.com/office/drawing/2014/main" id="{84DDCC8F-8E9B-E5C1-D2AB-335EA019F522}"/>
                  </a:ext>
                </a:extLst>
              </p:cNvPr>
              <p:cNvSpPr/>
              <p:nvPr/>
            </p:nvSpPr>
            <p:spPr>
              <a:xfrm>
                <a:off x="3748054" y="2909267"/>
                <a:ext cx="1083051" cy="88900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SY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ar-SY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Y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SY" dirty="0"/>
              </a:p>
            </p:txBody>
          </p:sp>
        </mc:Choice>
        <mc:Fallback xmlns="">
          <p:sp>
            <p:nvSpPr>
              <p:cNvPr id="49" name="سهم: لليمين 48">
                <a:extLst>
                  <a:ext uri="{FF2B5EF4-FFF2-40B4-BE49-F238E27FC236}">
                    <a16:creationId xmlns:a16="http://schemas.microsoft.com/office/drawing/2014/main" id="{84DDCC8F-8E9B-E5C1-D2AB-335EA019F5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054" y="2909267"/>
                <a:ext cx="1083051" cy="889009"/>
              </a:xfrm>
              <a:prstGeom prst="rightArrow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61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7" grpId="0"/>
      <p:bldP spid="48" grpId="0"/>
      <p:bldP spid="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D950-211E-A0F4-8A54-BE36D0D2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714946-28F4-99C5-78CD-35F4BC5CFFB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FCD23B6-2BAE-2E7C-BF94-5C2A729268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FDED5043-3D70-7A8D-8CAE-5238E73D9617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4F3A274-45D5-BB6E-DD13-EAA56FDFC946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FCFCBEF-CCDD-99C4-1B87-3CB81526556D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E545C42-B9D0-49FB-E529-CBF352841357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BE03767-7ACD-31D2-B4F7-141231F88796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FE82674-562A-BA99-C799-2FC83852124D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A2BC309-35D6-38BF-F614-E53905AAE9F0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D249C7A7-CCA1-7DF7-8189-3024813246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1F018009-FAA9-57C6-62E5-AFEE33449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C5367964-EAE6-93F5-33EB-2E56157FE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16232CD2-7AED-62DB-57A6-174DBBCBD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74258F85-5F6E-C56D-AD20-B0A2294808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07FF878A-94F3-E4F9-510A-77309BC17534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نظام التحكم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75677088-260A-D52D-2EC7-8E13FA9474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B0E24807-2BED-92B3-FB9E-B1A8985DE28B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FEA09-3BB6-C9E5-33F5-427382F63E6E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5B930F56-6073-34B0-AF65-FE7ADCE9FC7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44" y="1022152"/>
            <a:ext cx="5738660" cy="235343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مربع نص 22">
            <a:extLst>
              <a:ext uri="{FF2B5EF4-FFF2-40B4-BE49-F238E27FC236}">
                <a16:creationId xmlns:a16="http://schemas.microsoft.com/office/drawing/2014/main" id="{937C6BE2-2A35-60A2-FDA0-4C358D39EB91}"/>
              </a:ext>
            </a:extLst>
          </p:cNvPr>
          <p:cNvSpPr txBox="1"/>
          <p:nvPr/>
        </p:nvSpPr>
        <p:spPr>
          <a:xfrm>
            <a:off x="7184571" y="1422400"/>
            <a:ext cx="97971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LLC</a:t>
            </a:r>
            <a:endParaRPr lang="ar-SY" sz="2400" dirty="0">
              <a:solidFill>
                <a:schemeClr val="bg1"/>
              </a:solidFill>
            </a:endParaRP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EADF2D88-4D28-236F-6D6D-C5A88C012132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E3ED7E31-C774-81E3-DFCC-38AFA39DF763}"/>
              </a:ext>
            </a:extLst>
          </p:cNvPr>
          <p:cNvSpPr txBox="1"/>
          <p:nvPr/>
        </p:nvSpPr>
        <p:spPr>
          <a:xfrm>
            <a:off x="7086601" y="1861691"/>
            <a:ext cx="8833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PID</a:t>
            </a:r>
            <a:endParaRPr lang="ar-SY" dirty="0">
              <a:solidFill>
                <a:schemeClr val="bg1"/>
              </a:solidFill>
            </a:endParaRPr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26EFF0BD-CB0C-A294-DB30-3BE8A819764E}"/>
              </a:ext>
            </a:extLst>
          </p:cNvPr>
          <p:cNvSpPr txBox="1"/>
          <p:nvPr/>
        </p:nvSpPr>
        <p:spPr>
          <a:xfrm>
            <a:off x="6993843" y="2311399"/>
            <a:ext cx="979715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SMC</a:t>
            </a:r>
            <a:endParaRPr lang="ar-SY" dirty="0">
              <a:solidFill>
                <a:schemeClr val="bg1"/>
              </a:solidFill>
            </a:endParaRPr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987C2A11-DC78-B29A-D0CA-1B8AD7752367}"/>
              </a:ext>
            </a:extLst>
          </p:cNvPr>
          <p:cNvSpPr txBox="1"/>
          <p:nvPr/>
        </p:nvSpPr>
        <p:spPr>
          <a:xfrm>
            <a:off x="6763657" y="2768236"/>
            <a:ext cx="12062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ACTC</a:t>
            </a:r>
            <a:endParaRPr lang="ar-S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78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2AD8-4083-F720-3AFD-257338E3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DA4CF7-C8B5-8139-E219-86EF14EBBBB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FDCCE9B-BCDB-C568-66DD-A5FC7E7D02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08C7FA16-BC29-E8DB-0B24-3DEDA3938D46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E17CE91-3DFB-865F-D3E0-E2C31F329EEE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4528FC2-4010-B3FB-E697-97B23BDF4C72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972DFB0-B837-45E8-F4C8-CBA962117C3D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B9BF9ED-C871-B611-CA47-681FA5BA4262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4E3D285-9202-5DB9-D412-F38F0237719F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0A9AAA1-9CC8-2812-BC4F-FB30B7689BDE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0A47877A-59B9-601B-8FF4-1F0DB86C6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14072887-5AC0-505E-BABC-2DB7187A1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09F7BB28-FD3C-A0B4-ACE1-33BA2F3D3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138561D4-0371-48C0-C874-008DF7BD6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2FCB4739-4593-D859-4E82-EC51F02F5F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821094E1-79C8-E782-1819-3CDB21BEAD8C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نظام التحكم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4CD8D060-1CA7-89E2-3488-98711E9E7A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CA62F39E-9C15-3F76-F5EE-F9B366704FF7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EC3C246-7CB3-535E-F6F1-A19C31A07F1F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0D140EA4-83A8-BD61-FACE-D63A0DB4F0F3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EBBD6176-C6B7-2C93-ADED-44E89DEAFA20}"/>
              </a:ext>
            </a:extLst>
          </p:cNvPr>
          <p:cNvSpPr txBox="1"/>
          <p:nvPr/>
        </p:nvSpPr>
        <p:spPr>
          <a:xfrm>
            <a:off x="7577138" y="1155441"/>
            <a:ext cx="98107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PID</a:t>
            </a:r>
            <a:endParaRPr lang="ar-SY" dirty="0">
              <a:solidFill>
                <a:schemeClr val="bg1"/>
              </a:solidFill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86AAAB77-B3D3-DB2D-56FA-CFF33FD053D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517" t="1272" r="7426" b="-1272"/>
          <a:stretch>
            <a:fillRect/>
          </a:stretch>
        </p:blipFill>
        <p:spPr>
          <a:xfrm>
            <a:off x="541076" y="1179504"/>
            <a:ext cx="6851332" cy="3626863"/>
          </a:xfrm>
          <a:prstGeom prst="rect">
            <a:avLst/>
          </a:prstGeom>
        </p:spPr>
      </p:pic>
      <p:pic>
        <p:nvPicPr>
          <p:cNvPr id="29" name="صورة 28">
            <a:extLst>
              <a:ext uri="{FF2B5EF4-FFF2-40B4-BE49-F238E27FC236}">
                <a16:creationId xmlns:a16="http://schemas.microsoft.com/office/drawing/2014/main" id="{1DEB9AAF-93C9-3554-A3CA-87D4FCCECF6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384" t="4879" r="7005" b="3514"/>
          <a:stretch>
            <a:fillRect/>
          </a:stretch>
        </p:blipFill>
        <p:spPr>
          <a:xfrm>
            <a:off x="541076" y="1200936"/>
            <a:ext cx="6851331" cy="358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8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46036-32F7-A992-CF2E-60439D90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DAB546-2A07-F889-0F31-7A62DBCFADB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408970B-5A0F-9393-C387-21E0393D6B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B73073B3-1997-3FE6-7738-2CA2322E2285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FCD54E8-15DE-0C4D-010E-97912BA42D3A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FED653F-FF34-00B5-A047-DAC3713DE267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957A191-8060-E158-5A49-5607B312DCDC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19516E7-F03E-AB0A-8085-8E30BD0206BE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64AD94E-4C17-0ACF-2067-FF483C0F2F03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03998DD-F9EC-15BD-10D0-7D491FA6A666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607E6A64-D400-F2A9-A1D1-43ACEABE3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A484F9DA-FDD8-A2AA-82FC-8DC786D35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2C8D8EEE-0DB3-5BFF-BBA4-AE04504B2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C92DC6C7-C3C5-2FDC-15B9-DCC9D78E8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5DBEED45-85F0-C9FA-1ADB-C48DAB09A6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8BE66F20-205D-9455-8206-E5691D3A96B4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نظام التحكم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FC9ADDB8-708E-6C1E-4692-B335D0A5AA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C5615874-169F-F0E5-E0B1-0FE7E9566E39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EAA9D19-84FE-CF9D-1C4E-C0404C62151F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70A33BA3-906D-2748-C12B-72B69F6ECF5B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6E8FC98F-3D6E-FECA-5F34-B1B31C4DE68E}"/>
              </a:ext>
            </a:extLst>
          </p:cNvPr>
          <p:cNvSpPr txBox="1"/>
          <p:nvPr/>
        </p:nvSpPr>
        <p:spPr>
          <a:xfrm>
            <a:off x="7577138" y="1155441"/>
            <a:ext cx="98107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SMC</a:t>
            </a:r>
            <a:endParaRPr lang="ar-SY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مربع نص 4">
                <a:extLst>
                  <a:ext uri="{FF2B5EF4-FFF2-40B4-BE49-F238E27FC236}">
                    <a16:creationId xmlns:a16="http://schemas.microsoft.com/office/drawing/2014/main" id="{2E228766-1065-E63C-C7D7-80B259D01916}"/>
                  </a:ext>
                </a:extLst>
              </p:cNvPr>
              <p:cNvSpPr txBox="1"/>
              <p:nvPr/>
            </p:nvSpPr>
            <p:spPr>
              <a:xfrm>
                <a:off x="640519" y="1786049"/>
                <a:ext cx="5915556" cy="48981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𝑠𝑎𝑡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مربع نص 4">
                <a:extLst>
                  <a:ext uri="{FF2B5EF4-FFF2-40B4-BE49-F238E27FC236}">
                    <a16:creationId xmlns:a16="http://schemas.microsoft.com/office/drawing/2014/main" id="{2E228766-1065-E63C-C7D7-80B259D0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9" y="1786049"/>
                <a:ext cx="5915556" cy="4898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مربع نص 35">
                <a:extLst>
                  <a:ext uri="{FF2B5EF4-FFF2-40B4-BE49-F238E27FC236}">
                    <a16:creationId xmlns:a16="http://schemas.microsoft.com/office/drawing/2014/main" id="{4DE5AA1B-0C5A-DAAE-9B7C-D406491F3567}"/>
                  </a:ext>
                </a:extLst>
              </p:cNvPr>
              <p:cNvSpPr txBox="1"/>
              <p:nvPr/>
            </p:nvSpPr>
            <p:spPr>
              <a:xfrm>
                <a:off x="-2" y="2696615"/>
                <a:ext cx="5687460" cy="2104550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𝑠𝑎𝑡</m:t>
                      </m:r>
                      <m:d>
                        <m:dPr>
                          <m:ctrlPr>
                            <a:rPr lang="en-GB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lit/>
                            </m:rPr>
                            <a:rPr lang="en-GB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"/>
                          <m:ctrlPr>
                            <a:rPr lang="ar-SY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ar-SY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SY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f>
                                <m:fPr>
                                  <m:ctrlPr>
                                    <a:rPr lang="en-GB" sz="24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den>
                              </m:f>
                              <m:r>
                                <a:rPr lang="en-GB" sz="24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&gt; 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lang="en-GB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den>
                              </m:f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num>
                                    <m:den>
                                      <m:r>
                                        <a:rPr lang="en-US" sz="24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ar-SY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SY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f>
                                <m:fPr>
                                  <m:ctrlP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GB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den>
                              </m:f>
                              <m:r>
                                <a:rPr lang="en-GB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6" name="مربع نص 35">
                <a:extLst>
                  <a:ext uri="{FF2B5EF4-FFF2-40B4-BE49-F238E27FC236}">
                    <a16:creationId xmlns:a16="http://schemas.microsoft.com/office/drawing/2014/main" id="{4DE5AA1B-0C5A-DAAE-9B7C-D406491F3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696615"/>
                <a:ext cx="5687460" cy="21045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صورة 5">
            <a:extLst>
              <a:ext uri="{FF2B5EF4-FFF2-40B4-BE49-F238E27FC236}">
                <a16:creationId xmlns:a16="http://schemas.microsoft.com/office/drawing/2014/main" id="{E90A3050-5EAC-1DE9-98EA-189183922A8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51" t="2091" r="7261" b="5328"/>
          <a:stretch>
            <a:fillRect/>
          </a:stretch>
        </p:blipFill>
        <p:spPr>
          <a:xfrm>
            <a:off x="384206" y="1293726"/>
            <a:ext cx="6808727" cy="3628415"/>
          </a:xfrm>
          <a:prstGeom prst="rect">
            <a:avLst/>
          </a:prstGeom>
        </p:spPr>
      </p:pic>
      <p:pic>
        <p:nvPicPr>
          <p:cNvPr id="23" name="صورة 22">
            <a:extLst>
              <a:ext uri="{FF2B5EF4-FFF2-40B4-BE49-F238E27FC236}">
                <a16:creationId xmlns:a16="http://schemas.microsoft.com/office/drawing/2014/main" id="{3CE02991-2680-4C2F-AA39-5202E19BFD8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1789" t="2816" r="8012" b="5130"/>
          <a:stretch>
            <a:fillRect/>
          </a:stretch>
        </p:blipFill>
        <p:spPr>
          <a:xfrm>
            <a:off x="376799" y="1337693"/>
            <a:ext cx="6808727" cy="369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AF62-8AC2-F14C-1A79-2D32E1FB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7C22E7-1C61-5700-1A2D-BA360C25E8F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82FC7FC-C28B-7D85-0362-A57FD1E492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15475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60EC5875-2170-69CF-28B4-3FD3A34DB129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CFC29F9-F1D2-4FAD-8DD9-8E5A758CDA3E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28FCCA0-D4BE-2326-EE03-1F1BCAF0051D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B50C28B-9D1F-0C9D-9BE3-643CCC1FE969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C962A3F-41DF-BD8A-73A5-7F976A55D817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D74CAA4-CAFD-DB96-9FBB-BE3B7409924D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FA2B54D8-28BC-AFCB-CCF0-B90950E45052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E00F19AF-FDC4-4CC8-1FEE-094E394A74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95F572C7-2443-EE12-9CFE-9BD47EE52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C37532B7-C72D-F13E-D34B-5C442785E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DE7916A3-1146-282E-9906-85E542370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97D215BD-9297-162E-6A02-C5567F003C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6D9D743B-7E21-E00E-A7C7-CEC1E75AE0B7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نظام التحكم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3FC01C3E-66A7-D650-75E5-2E5557566E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2CEC72FC-ADA9-58E3-5B06-588910F8F61D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C788DEF6-C4FF-6475-0A80-04369EFED694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7B1A8F09-13B4-A386-4A14-FBCDD1E1ABF5}"/>
              </a:ext>
            </a:extLst>
          </p:cNvPr>
          <p:cNvSpPr txBox="1"/>
          <p:nvPr/>
        </p:nvSpPr>
        <p:spPr>
          <a:xfrm>
            <a:off x="7467600" y="1155441"/>
            <a:ext cx="10906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ACTC</a:t>
            </a:r>
            <a:endParaRPr lang="ar-SY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مربع نص 3">
                <a:extLst>
                  <a:ext uri="{FF2B5EF4-FFF2-40B4-BE49-F238E27FC236}">
                    <a16:creationId xmlns:a16="http://schemas.microsoft.com/office/drawing/2014/main" id="{AFD92752-1213-06A6-9C6D-0234677FA5DA}"/>
                  </a:ext>
                </a:extLst>
              </p:cNvPr>
              <p:cNvSpPr txBox="1"/>
              <p:nvPr/>
            </p:nvSpPr>
            <p:spPr>
              <a:xfrm>
                <a:off x="640519" y="1213317"/>
                <a:ext cx="1965217" cy="37978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acc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SY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مربع نص 3">
                <a:extLst>
                  <a:ext uri="{FF2B5EF4-FFF2-40B4-BE49-F238E27FC236}">
                    <a16:creationId xmlns:a16="http://schemas.microsoft.com/office/drawing/2014/main" id="{AFD92752-1213-06A6-9C6D-0234677F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9" y="1213317"/>
                <a:ext cx="1965217" cy="379784"/>
              </a:xfrm>
              <a:prstGeom prst="rect">
                <a:avLst/>
              </a:prstGeom>
              <a:blipFill>
                <a:blip r:embed="rId10"/>
                <a:stretch>
                  <a:fillRect l="-932" t="-19355" r="-621" b="-16129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مربع نص 5">
                <a:extLst>
                  <a:ext uri="{FF2B5EF4-FFF2-40B4-BE49-F238E27FC236}">
                    <a16:creationId xmlns:a16="http://schemas.microsoft.com/office/drawing/2014/main" id="{DFFF3134-01C5-17B7-41AC-D5CD0575C805}"/>
                  </a:ext>
                </a:extLst>
              </p:cNvPr>
              <p:cNvSpPr txBox="1"/>
              <p:nvPr/>
            </p:nvSpPr>
            <p:spPr>
              <a:xfrm>
                <a:off x="640519" y="1803114"/>
                <a:ext cx="6503768" cy="34099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acc>
                                <m:accPr>
                                  <m:chr m:val="̈"/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SY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مربع نص 5">
                <a:extLst>
                  <a:ext uri="{FF2B5EF4-FFF2-40B4-BE49-F238E27FC236}">
                    <a16:creationId xmlns:a16="http://schemas.microsoft.com/office/drawing/2014/main" id="{DFFF3134-01C5-17B7-41AC-D5CD0575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9" y="1803114"/>
                <a:ext cx="6503768" cy="340991"/>
              </a:xfrm>
              <a:prstGeom prst="rect">
                <a:avLst/>
              </a:prstGeom>
              <a:blipFill>
                <a:blip r:embed="rId11"/>
                <a:stretch>
                  <a:fillRect t="-23214" b="-19643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مربع نص 13">
                <a:extLst>
                  <a:ext uri="{FF2B5EF4-FFF2-40B4-BE49-F238E27FC236}">
                    <a16:creationId xmlns:a16="http://schemas.microsoft.com/office/drawing/2014/main" id="{0F09BA8F-BC96-414C-617F-96DA8A706626}"/>
                  </a:ext>
                </a:extLst>
              </p:cNvPr>
              <p:cNvSpPr txBox="1"/>
              <p:nvPr/>
            </p:nvSpPr>
            <p:spPr>
              <a:xfrm>
                <a:off x="640519" y="3396215"/>
                <a:ext cx="3566810" cy="65800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20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SY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مربع نص 13">
                <a:extLst>
                  <a:ext uri="{FF2B5EF4-FFF2-40B4-BE49-F238E27FC236}">
                    <a16:creationId xmlns:a16="http://schemas.microsoft.com/office/drawing/2014/main" id="{0F09BA8F-BC96-414C-617F-96DA8A706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9" y="3396215"/>
                <a:ext cx="3566810" cy="6580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مربع نص 22">
                <a:extLst>
                  <a:ext uri="{FF2B5EF4-FFF2-40B4-BE49-F238E27FC236}">
                    <a16:creationId xmlns:a16="http://schemas.microsoft.com/office/drawing/2014/main" id="{2F9A3278-D5E2-6ADE-C159-0A44EEC8877A}"/>
                  </a:ext>
                </a:extLst>
              </p:cNvPr>
              <p:cNvSpPr txBox="1"/>
              <p:nvPr/>
            </p:nvSpPr>
            <p:spPr>
              <a:xfrm>
                <a:off x="640519" y="2424333"/>
                <a:ext cx="269939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𝑀𝑠</m:t>
                      </m:r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˜"/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˜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ar-SY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مربع نص 22">
                <a:extLst>
                  <a:ext uri="{FF2B5EF4-FFF2-40B4-BE49-F238E27FC236}">
                    <a16:creationId xmlns:a16="http://schemas.microsoft.com/office/drawing/2014/main" id="{2F9A3278-D5E2-6ADE-C159-0A44EEC88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9" y="2424333"/>
                <a:ext cx="2699393" cy="5761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مربع نص 27">
                <a:extLst>
                  <a:ext uri="{FF2B5EF4-FFF2-40B4-BE49-F238E27FC236}">
                    <a16:creationId xmlns:a16="http://schemas.microsoft.com/office/drawing/2014/main" id="{D3ACBBA7-751D-7253-D856-DAB387311F30}"/>
                  </a:ext>
                </a:extLst>
              </p:cNvPr>
              <p:cNvSpPr txBox="1"/>
              <p:nvPr/>
            </p:nvSpPr>
            <p:spPr>
              <a:xfrm>
                <a:off x="3752552" y="2545551"/>
                <a:ext cx="3106107" cy="333746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acc>
                        <m:accPr>
                          <m:chr m:val="˜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˜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˜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ar-SY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مربع نص 27">
                <a:extLst>
                  <a:ext uri="{FF2B5EF4-FFF2-40B4-BE49-F238E27FC236}">
                    <a16:creationId xmlns:a16="http://schemas.microsoft.com/office/drawing/2014/main" id="{D3ACBBA7-751D-7253-D856-DAB387311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552" y="2545551"/>
                <a:ext cx="3106107" cy="333746"/>
              </a:xfrm>
              <a:prstGeom prst="rect">
                <a:avLst/>
              </a:prstGeom>
              <a:blipFill>
                <a:blip r:embed="rId14"/>
                <a:stretch>
                  <a:fillRect l="-1179" t="-9259" r="-7073" b="-12963"/>
                </a:stretch>
              </a:blipFill>
            </p:spPr>
            <p:txBody>
              <a:bodyPr/>
              <a:lstStyle/>
              <a:p>
                <a:r>
                  <a:rPr lang="ar-S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صورة 4">
            <a:extLst>
              <a:ext uri="{FF2B5EF4-FFF2-40B4-BE49-F238E27FC236}">
                <a16:creationId xmlns:a16="http://schemas.microsoft.com/office/drawing/2014/main" id="{7A2364AE-4D78-A3C9-86F7-A4CC7A8F993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9385" r="7510" b="4351"/>
          <a:stretch>
            <a:fillRect/>
          </a:stretch>
        </p:blipFill>
        <p:spPr>
          <a:xfrm>
            <a:off x="370532" y="1096983"/>
            <a:ext cx="6993830" cy="3770180"/>
          </a:xfrm>
          <a:prstGeom prst="rect">
            <a:avLst/>
          </a:prstGeom>
        </p:spPr>
      </p:pic>
      <p:pic>
        <p:nvPicPr>
          <p:cNvPr id="27" name="صورة 26">
            <a:extLst>
              <a:ext uri="{FF2B5EF4-FFF2-40B4-BE49-F238E27FC236}">
                <a16:creationId xmlns:a16="http://schemas.microsoft.com/office/drawing/2014/main" id="{A03D0272-16FC-6131-CA97-4A7EF053402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9385" t="3919" r="6989" b="5475"/>
          <a:stretch>
            <a:fillRect/>
          </a:stretch>
        </p:blipFill>
        <p:spPr>
          <a:xfrm>
            <a:off x="398950" y="1111271"/>
            <a:ext cx="6936993" cy="374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0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/>
      <p:bldP spid="6" grpId="0"/>
      <p:bldP spid="14" grpId="0"/>
      <p:bldP spid="23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DCAB-7ECC-7511-5905-04651695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2ED2B1-7A02-40CE-BD48-AD77B1FF4BA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F2C69DC-BD26-6072-F7E2-C9EEE58D78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9FD12D6C-CE0C-2274-6CEB-DFA117D22291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E624269-EB22-9088-2413-37C70007870D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0AEAD92-5327-AB46-29E4-44696B98F9CD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7362A4A0-CF2F-7735-9334-8FA4AFA5D57A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F53CE87-D60C-543B-6E2D-520FFF79D492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3416E1D-0F99-291A-B546-532E135DDF20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E4B860F-7B6B-0A07-47EC-D49691AE1439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D81AA192-407F-F475-1D41-4620D32EE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A76CBDCA-22EE-51E5-EA46-24BC25E28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31607CA1-7268-77CE-6204-56DD4E61C1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DC2189A2-8B76-88E2-2B6C-6FCFC6D05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2647A40A-CF19-AE57-F84A-F8B4F345AF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5B0FE560-D1D9-856A-7D9C-FAAC482E7722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نظام التحكم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90C2ACB9-F0D3-E52F-FC5A-0022DD5BDA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E0B9EA0F-D5F7-5DE8-78C5-F6D5F432F61B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D2FD5FB-5A7A-5E31-9A26-398E19A52E6C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0AE099AC-DC55-645E-1E3A-E58B37001201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6EDC5285-586D-AB15-8641-5B70043D44F4}"/>
              </a:ext>
            </a:extLst>
          </p:cNvPr>
          <p:cNvSpPr txBox="1"/>
          <p:nvPr/>
        </p:nvSpPr>
        <p:spPr>
          <a:xfrm>
            <a:off x="7086600" y="1155441"/>
            <a:ext cx="14716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000" dirty="0">
                <a:solidFill>
                  <a:schemeClr val="bg1"/>
                </a:solidFill>
              </a:rPr>
              <a:t>المقارنة</a:t>
            </a:r>
            <a:endParaRPr lang="ar-SY" dirty="0">
              <a:solidFill>
                <a:schemeClr val="bg1"/>
              </a:solidFill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5E49C089-2457-95E1-109D-C5798BF701C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688" r="7005"/>
          <a:stretch>
            <a:fillRect/>
          </a:stretch>
        </p:blipFill>
        <p:spPr>
          <a:xfrm>
            <a:off x="0" y="0"/>
            <a:ext cx="914400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5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BA7E1-BAA7-82CE-2854-1E982600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5CAC28-CC88-4336-2021-DA3BEDEE9A8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52489DE-91E6-57D8-3406-B81566A384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C90F3972-58B0-2530-F944-1C3AFB995AAB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0A71B1F-8998-0F0D-0831-A679092B2683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68C8599-A8FA-9E09-345F-A0818D94FFCE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0812676-0F41-E5FE-D417-9B88D21D8734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91E9274-1F64-D501-DA94-4859BEBD8CDB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D4E10D6-8260-02C3-EC15-143CE4860A82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88E248F-83F8-E887-2898-B3E06F496EE0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B5CB7992-C77C-BB90-18E0-924DBDDA3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0D7F9B11-AD26-AF97-8C39-C47DED42C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15411510-7F5B-273E-2DED-F3EDEDCF5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5AC5957A-0B9D-79B4-7F46-F7F395C14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C54114DF-CE5A-B4B4-44CD-77EC427154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5BF841AF-D94F-0AC5-E135-46808D6AC1F7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نظام التحكم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828DC38F-2DD3-A8C0-E4A6-0CE49F00D8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5EEDD597-AD23-E0F6-B59E-D2925F3746DF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1E3596C-7937-C385-EE32-62D4E71074FD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457A3D57-FDE4-B111-4947-6D155F2E71C8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765AF9BF-E0CF-28E2-E86B-201EF162C6B9}"/>
              </a:ext>
            </a:extLst>
          </p:cNvPr>
          <p:cNvSpPr txBox="1"/>
          <p:nvPr/>
        </p:nvSpPr>
        <p:spPr>
          <a:xfrm>
            <a:off x="7086600" y="1155441"/>
            <a:ext cx="14716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HLC</a:t>
            </a:r>
            <a:endParaRPr lang="ar-SY" dirty="0">
              <a:solidFill>
                <a:schemeClr val="bg1"/>
              </a:solidFill>
            </a:endParaRPr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27EE1CF3-4FF0-C8B4-677C-03859E8FA5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35" y="1614856"/>
            <a:ext cx="7002808" cy="2928049"/>
          </a:xfrm>
          <a:prstGeom prst="rect">
            <a:avLst/>
          </a:prstGeom>
        </p:spPr>
      </p:pic>
      <p:pic>
        <p:nvPicPr>
          <p:cNvPr id="32" name="صورة 31">
            <a:extLst>
              <a:ext uri="{FF2B5EF4-FFF2-40B4-BE49-F238E27FC236}">
                <a16:creationId xmlns:a16="http://schemas.microsoft.com/office/drawing/2014/main" id="{8DC41DE0-E531-BDC9-FFF8-992110DE00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31520"/>
            <a:ext cx="9144000" cy="5143500"/>
          </a:xfrm>
          <a:prstGeom prst="rect">
            <a:avLst/>
          </a:prstGeom>
        </p:spPr>
      </p:pic>
      <p:pic>
        <p:nvPicPr>
          <p:cNvPr id="34" name="صورة 33">
            <a:extLst>
              <a:ext uri="{FF2B5EF4-FFF2-40B4-BE49-F238E27FC236}">
                <a16:creationId xmlns:a16="http://schemas.microsoft.com/office/drawing/2014/main" id="{1A1159AD-4AB2-12E1-18EE-BE6CB0B008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31520"/>
            <a:ext cx="9144000" cy="53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7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54B9-54F6-0936-56D7-8E3EC93A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40AF50-B2A2-DD0B-D4AA-3F350360427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CA50AFC-250A-D200-98D8-0D0C485D40B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31FD169B-BE19-3D5C-51BF-CCA3FDA42606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C7C7155-1515-1599-D71D-EC21DFD977A8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1297ECE-DC37-35F0-60F5-A378AF7553A7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95EC2C9-7031-2D50-1CD1-5B1694A5501F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3203FBF-C4A9-829E-9CDA-C9D1E2B70F90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B6459A5-8CA0-1129-6D61-CAC607B0788A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E2CAD69-88DD-7EC6-D127-C132289AF6F2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99F90634-F3F4-CE5B-72A9-A1AC5664B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E0F32C6E-1546-6B7E-AFAB-A75BAFE4E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FB336CEE-8A7C-6BA8-986D-BFD3B2F43A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8C5BF5AD-81A0-3B5B-C39D-3D6F3D0D4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DE455158-4F0B-4B0E-7392-9E0AA81EE4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7E91E25B-1299-3F2B-8746-3FDE33D7BEA5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/>
            <a:r>
              <a:rPr lang="ar-SA" sz="2800" dirty="0">
                <a:solidFill>
                  <a:srgbClr val="00B0F0"/>
                </a:solidFill>
              </a:rPr>
              <a:t>المحاكاة والنتائج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4873EA56-27B6-FD29-041B-FAF36A4D4A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A8D12AE2-224D-CAE6-138A-87377C3399CB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C31A220-B222-70FF-788D-ACD45CD6193C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976A51CE-F0AB-9011-F4E2-25A2AD70E70B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AA9CD58F-46F2-05F7-E2B4-44DFED3416FE}"/>
              </a:ext>
            </a:extLst>
          </p:cNvPr>
          <p:cNvSpPr txBox="1"/>
          <p:nvPr/>
        </p:nvSpPr>
        <p:spPr>
          <a:xfrm>
            <a:off x="7086600" y="1155441"/>
            <a:ext cx="14716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Simscape</a:t>
            </a:r>
            <a:endParaRPr lang="ar-SY" dirty="0">
              <a:solidFill>
                <a:schemeClr val="bg1"/>
              </a:solidFill>
            </a:endParaRPr>
          </a:p>
        </p:txBody>
      </p:sp>
      <p:pic>
        <p:nvPicPr>
          <p:cNvPr id="6" name="simescape">
            <a:hlinkClick r:id="" action="ppaction://media"/>
            <a:extLst>
              <a:ext uri="{FF2B5EF4-FFF2-40B4-BE49-F238E27FC236}">
                <a16:creationId xmlns:a16="http://schemas.microsoft.com/office/drawing/2014/main" id="{5C914931-2200-F271-5557-1FB78A5CAF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pic>
        <p:nvPicPr>
          <p:cNvPr id="14" name="HLC_response_P2">
            <a:hlinkClick r:id="" action="ppaction://media"/>
            <a:extLst>
              <a:ext uri="{FF2B5EF4-FFF2-40B4-BE49-F238E27FC236}">
                <a16:creationId xmlns:a16="http://schemas.microsoft.com/office/drawing/2014/main" id="{62FF9293-E132-5FBE-DFC3-F27EE533EC5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6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4A41-0FCB-A8E5-D802-85027253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76C399-6208-E89C-D1E0-8046DDA8E2D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BE595A5-3377-AA16-E244-7D3BBCDE5C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55EE5FA4-CD50-8401-491F-8C4549DF3751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8D8818B-8E5A-BEA7-B3C7-AADD7F74D2EA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149B10C-43C8-F17B-1FC1-308DAC606153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DBB5B6E-C691-84BC-7141-2ED7424B02B4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5AFF779-15E7-F79A-7C85-92A9BFCE2F69}"/>
              </a:ext>
            </a:extLst>
          </p:cNvPr>
          <p:cNvSpPr/>
          <p:nvPr/>
        </p:nvSpPr>
        <p:spPr>
          <a:xfrm>
            <a:off x="4697462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8E885CD-100C-76BC-0B93-19F6BE952304}"/>
              </a:ext>
            </a:extLst>
          </p:cNvPr>
          <p:cNvSpPr/>
          <p:nvPr/>
        </p:nvSpPr>
        <p:spPr>
          <a:xfrm>
            <a:off x="4501381" y="219968"/>
            <a:ext cx="2407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79" dirty="0">
                <a:solidFill>
                  <a:srgbClr val="0074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79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945A285-B511-E27B-705C-932AB53542BF}"/>
              </a:ext>
            </a:extLst>
          </p:cNvPr>
          <p:cNvSpPr/>
          <p:nvPr/>
        </p:nvSpPr>
        <p:spPr>
          <a:xfrm>
            <a:off x="4217938" y="276337"/>
            <a:ext cx="228600" cy="9525"/>
          </a:xfrm>
          <a:prstGeom prst="rect">
            <a:avLst/>
          </a:prstGeom>
          <a:solidFill>
            <a:srgbClr val="00C3FF">
              <a:alpha val="40000"/>
            </a:srgbClr>
          </a:solidFill>
          <a:ln/>
        </p:spPr>
        <p:txBody>
          <a:bodyPr/>
          <a:lstStyle/>
          <a:p>
            <a:endParaRPr lang="ar-SY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C20BC520-F356-DF74-D97E-EB7254A16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AA134D1D-A14E-44AE-9B9D-6929410CD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A4364772-308F-04F8-87F6-1176A56BBD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55E7AC8E-42B2-CBAB-CD75-CCB17DF5B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FAA308CB-A944-A928-F06A-EC2960B00C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307" y="608149"/>
            <a:ext cx="47625" cy="28098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566DD874-A08E-F67A-0BA1-A376B203F441}"/>
              </a:ext>
            </a:extLst>
          </p:cNvPr>
          <p:cNvSpPr/>
          <p:nvPr/>
        </p:nvSpPr>
        <p:spPr>
          <a:xfrm>
            <a:off x="5549706" y="470520"/>
            <a:ext cx="273616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SA" sz="2800" dirty="0">
                <a:solidFill>
                  <a:srgbClr val="00B0F0"/>
                </a:solidFill>
              </a:rPr>
              <a:t>التوجيه الصوتي</a:t>
            </a:r>
            <a:endParaRPr lang="ar-SY" sz="2800" dirty="0">
              <a:solidFill>
                <a:srgbClr val="00B0F0"/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2947D36D-4CAD-E99D-3C06-F178ED515C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730" y="1007864"/>
            <a:ext cx="1647825" cy="1428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7974D2CD-E003-5AD1-FD0F-19B749F4F24A}"/>
              </a:ext>
            </a:extLst>
          </p:cNvPr>
          <p:cNvSpPr/>
          <p:nvPr/>
        </p:nvSpPr>
        <p:spPr>
          <a:xfrm>
            <a:off x="8067675" y="1749772"/>
            <a:ext cx="6243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endParaRPr lang="en-US" sz="94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47E2264-9529-9FDE-4035-A510150369E1}"/>
              </a:ext>
            </a:extLst>
          </p:cNvPr>
          <p:cNvSpPr/>
          <p:nvPr/>
        </p:nvSpPr>
        <p:spPr>
          <a:xfrm>
            <a:off x="3448720" y="1265560"/>
            <a:ext cx="10360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endParaRPr lang="en-US" sz="940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70A63B12-83A2-49D9-DA04-4105162E76CB}"/>
              </a:ext>
            </a:extLst>
          </p:cNvPr>
          <p:cNvSpPr txBox="1"/>
          <p:nvPr/>
        </p:nvSpPr>
        <p:spPr>
          <a:xfrm>
            <a:off x="7086600" y="2014201"/>
            <a:ext cx="718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Y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2A94F1B2-40E3-35DF-D0F0-87E00763E2B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0320" b="32660"/>
          <a:stretch>
            <a:fillRect/>
          </a:stretch>
        </p:blipFill>
        <p:spPr>
          <a:xfrm>
            <a:off x="105138" y="1528353"/>
            <a:ext cx="8586864" cy="220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9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80BD-EDDD-43FB-FBB7-B2FAA8AD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D9ECBCBF-47E1-70C4-C365-3BE397772C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32" y="-83819"/>
            <a:ext cx="9144265" cy="5227468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9D9CF0E-78C3-DD66-17F9-B8BEB22D1C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3819"/>
            <a:ext cx="9144265" cy="5227319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0FD35F53-5979-1A3A-523C-ED7E6A3C72EE}"/>
              </a:ext>
            </a:extLst>
          </p:cNvPr>
          <p:cNvSpPr/>
          <p:nvPr/>
        </p:nvSpPr>
        <p:spPr>
          <a:xfrm>
            <a:off x="8503481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03D9F52-9972-22ED-1CBE-E3893149C251}"/>
              </a:ext>
            </a:extLst>
          </p:cNvPr>
          <p:cNvSpPr/>
          <p:nvPr/>
        </p:nvSpPr>
        <p:spPr>
          <a:xfrm>
            <a:off x="273807" y="153777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9C7CC8A-BAB1-6FEE-7A5E-A2129EDDF25F}"/>
              </a:ext>
            </a:extLst>
          </p:cNvPr>
          <p:cNvSpPr/>
          <p:nvPr/>
        </p:nvSpPr>
        <p:spPr>
          <a:xfrm>
            <a:off x="8503481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C4F9D5A-2062-4723-1E01-C8120CD0E20C}"/>
              </a:ext>
            </a:extLst>
          </p:cNvPr>
          <p:cNvSpPr/>
          <p:nvPr/>
        </p:nvSpPr>
        <p:spPr>
          <a:xfrm>
            <a:off x="273807" y="4623011"/>
            <a:ext cx="366712" cy="366712"/>
          </a:xfrm>
          <a:prstGeom prst="rect">
            <a:avLst/>
          </a:prstGeom>
          <a:ln/>
        </p:spPr>
        <p:txBody>
          <a:bodyPr/>
          <a:lstStyle/>
          <a:p>
            <a:endParaRPr lang="ar-SY"/>
          </a:p>
        </p:txBody>
      </p:sp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4EE236ED-F60C-A1C7-3138-959EF63BD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81" y="153777"/>
            <a:ext cx="366712" cy="366712"/>
          </a:xfrm>
          <a:prstGeom prst="rect">
            <a:avLst/>
          </a:prstGeom>
        </p:spPr>
      </p:pic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7C855B20-F00A-4C25-83D8-293593082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807" y="153777"/>
            <a:ext cx="366712" cy="366712"/>
          </a:xfrm>
          <a:prstGeom prst="rect">
            <a:avLst/>
          </a:prstGeom>
        </p:spPr>
      </p:pic>
      <p:pic>
        <p:nvPicPr>
          <p:cNvPr id="12" name="Image 6" descr="preencoded.png">
            <a:extLst>
              <a:ext uri="{FF2B5EF4-FFF2-40B4-BE49-F238E27FC236}">
                <a16:creationId xmlns:a16="http://schemas.microsoft.com/office/drawing/2014/main" id="{1A0D73E0-D0A8-7875-4161-D91538DB2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481" y="4623011"/>
            <a:ext cx="366712" cy="366712"/>
          </a:xfrm>
          <a:prstGeom prst="rect">
            <a:avLst/>
          </a:prstGeom>
        </p:spPr>
      </p:pic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2DB4BABE-B383-3682-D0CB-B05540162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3807" y="4623011"/>
            <a:ext cx="366712" cy="366712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F369F43C-0B2B-8603-A565-752E8376358B}"/>
              </a:ext>
            </a:extLst>
          </p:cNvPr>
          <p:cNvSpPr/>
          <p:nvPr/>
        </p:nvSpPr>
        <p:spPr>
          <a:xfrm>
            <a:off x="2409282" y="1023714"/>
            <a:ext cx="43254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013"/>
              </a:spcAft>
              <a:buNone/>
            </a:pPr>
            <a:endParaRPr lang="en-US" sz="1220" dirty="0">
              <a:solidFill>
                <a:srgbClr val="00B0F0"/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A84B8FAC-FAE2-44A3-F6FE-C6A8479C1638}"/>
              </a:ext>
            </a:extLst>
          </p:cNvPr>
          <p:cNvSpPr txBox="1"/>
          <p:nvPr/>
        </p:nvSpPr>
        <p:spPr>
          <a:xfrm>
            <a:off x="1305732" y="888019"/>
            <a:ext cx="6385301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SA" sz="9600" dirty="0">
                <a:solidFill>
                  <a:srgbClr val="00B0F0"/>
                </a:solidFill>
              </a:rPr>
              <a:t>شكراً لإنصاتكم</a:t>
            </a:r>
            <a:endParaRPr lang="ar-SY" sz="9600" dirty="0">
              <a:solidFill>
                <a:srgbClr val="00B0F0"/>
              </a:solidFill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9D482460-E497-05EA-1EB8-08DAF5E808A9}"/>
              </a:ext>
            </a:extLst>
          </p:cNvPr>
          <p:cNvSpPr txBox="1"/>
          <p:nvPr/>
        </p:nvSpPr>
        <p:spPr>
          <a:xfrm>
            <a:off x="7462434" y="2665708"/>
            <a:ext cx="97639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SA" sz="2000" dirty="0">
                <a:solidFill>
                  <a:schemeClr val="bg1"/>
                </a:solidFill>
              </a:rPr>
              <a:t>المراجع</a:t>
            </a:r>
            <a:endParaRPr lang="ar-SY" sz="2000" dirty="0">
              <a:solidFill>
                <a:schemeClr val="bg1"/>
              </a:solidFill>
            </a:endParaRPr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66F5A6CB-F35D-221B-99F4-05B72A179EB0}"/>
              </a:ext>
            </a:extLst>
          </p:cNvPr>
          <p:cNvSpPr txBox="1"/>
          <p:nvPr/>
        </p:nvSpPr>
        <p:spPr>
          <a:xfrm>
            <a:off x="3755563" y="3229462"/>
            <a:ext cx="454875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Spong-Robot Modeling and Control</a:t>
            </a:r>
            <a:endParaRPr lang="ar-SY" sz="2000" dirty="0">
              <a:solidFill>
                <a:schemeClr val="bg1"/>
              </a:solidFill>
            </a:endParaRPr>
          </a:p>
        </p:txBody>
      </p:sp>
      <p:sp>
        <p:nvSpPr>
          <p:cNvPr id="36" name="مربع نص 35">
            <a:extLst>
              <a:ext uri="{FF2B5EF4-FFF2-40B4-BE49-F238E27FC236}">
                <a16:creationId xmlns:a16="http://schemas.microsoft.com/office/drawing/2014/main" id="{7DB5AAA0-DF72-D783-83E8-B4085AEFDBD2}"/>
              </a:ext>
            </a:extLst>
          </p:cNvPr>
          <p:cNvSpPr txBox="1"/>
          <p:nvPr/>
        </p:nvSpPr>
        <p:spPr>
          <a:xfrm>
            <a:off x="1046136" y="3855371"/>
            <a:ext cx="6904495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O.khatib</a:t>
            </a:r>
            <a:r>
              <a:rPr lang="en-US" sz="2000" dirty="0">
                <a:solidFill>
                  <a:schemeClr val="bg1"/>
                </a:solidFill>
              </a:rPr>
              <a:t> ,”Introduction to </a:t>
            </a:r>
            <a:r>
              <a:rPr lang="en-US" sz="2000" dirty="0" err="1">
                <a:solidFill>
                  <a:schemeClr val="bg1"/>
                </a:solidFill>
              </a:rPr>
              <a:t>Robotics”,Stanford</a:t>
            </a:r>
            <a:r>
              <a:rPr lang="en-US" sz="2000" dirty="0">
                <a:solidFill>
                  <a:schemeClr val="bg1"/>
                </a:solidFill>
              </a:rPr>
              <a:t> University,2008</a:t>
            </a:r>
            <a:endParaRPr lang="ar-SY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6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3267</TotalTime>
  <Words>303</Words>
  <Application>Microsoft Office PowerPoint</Application>
  <PresentationFormat>عرض على الشاشة (16:9)</PresentationFormat>
  <Paragraphs>108</Paragraphs>
  <Slides>15</Slides>
  <Notes>15</Notes>
  <HiddenSlides>0</HiddenSlides>
  <MMClips>2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20" baseType="lpstr">
      <vt:lpstr>Arial</vt:lpstr>
      <vt:lpstr>Cairo</vt:lpstr>
      <vt:lpstr>Cambria Math</vt:lpstr>
      <vt:lpstr>ui-monospace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samih al yassen</cp:lastModifiedBy>
  <cp:revision>46</cp:revision>
  <dcterms:created xsi:type="dcterms:W3CDTF">2026-07-04T13:31:46Z</dcterms:created>
  <dcterms:modified xsi:type="dcterms:W3CDTF">2026-07-13T16:54:25Z</dcterms:modified>
</cp:coreProperties>
</file>